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1" r:id="rId4"/>
    <p:sldId id="267" r:id="rId5"/>
    <p:sldId id="258" r:id="rId6"/>
    <p:sldId id="266" r:id="rId7"/>
    <p:sldId id="268" r:id="rId8"/>
    <p:sldId id="275" r:id="rId9"/>
    <p:sldId id="259" r:id="rId10"/>
    <p:sldId id="269" r:id="rId11"/>
    <p:sldId id="276" r:id="rId12"/>
    <p:sldId id="277" r:id="rId13"/>
    <p:sldId id="271" r:id="rId14"/>
    <p:sldId id="278" r:id="rId15"/>
    <p:sldId id="272" r:id="rId16"/>
    <p:sldId id="279" r:id="rId17"/>
    <p:sldId id="273" r:id="rId18"/>
    <p:sldId id="274" r:id="rId19"/>
    <p:sldId id="265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0442"/>
    <a:srgbClr val="6F4B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99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9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66819-86B1-4533-A306-B937158F54E1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75203-51A0-4AD3-8136-C3AB398206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506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65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39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779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EF383A-8DC1-7EE8-58EC-7BF9EA0D1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72A5A33-CF39-37CC-B49E-CC1997D81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3B3FF5-119E-EA3F-C8A6-65F41741C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0B7-8424-4364-A653-E6517F00E45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ED513A-33DF-0170-1AF2-7AEC9519B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C2333A-E95A-DA51-FF5D-2A2D6BDC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5015-01BB-4152-B1AD-529535969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2868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0256EF-FD87-A63D-0246-4CD038F27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35FE40-DFAF-E3C6-5855-B311DB749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114AE3-A973-A86C-B17D-FDE3E1BE0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0B7-8424-4364-A653-E6517F00E45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1B0ADC-6BC5-2361-9842-810E19A14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7D557B-3EE7-0D68-0C37-3D7DEDBE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5015-01BB-4152-B1AD-529535969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926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116E2A-39D9-4B10-F910-6AC2A6594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BAA698-21F8-0E32-22DA-DB78BAC9C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2DCA53-CEE1-4B81-BC72-3BE84DC11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0B7-8424-4364-A653-E6517F00E45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3F66CE-3A83-5735-85EB-CDAB420CD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225A52-C35D-EB77-75C5-61737605F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5015-01BB-4152-B1AD-529535969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5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9DE689-EAA6-BD84-DFCB-FD01ADDC4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1598AC-EA28-558A-74E9-36CF5333A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C462114-C721-A181-DB0C-B6FBA8944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03389E-8D9F-EE6E-F3C8-350713A37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0B7-8424-4364-A653-E6517F00E45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3AC7C4-E869-707F-E55F-51B65953F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0CDBE7-5D09-FE6B-B183-E901DE3E7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5015-01BB-4152-B1AD-529535969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3190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58DE49-9A5A-34AC-93E9-C677CB91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BF58BA-30FD-EBCB-2E15-8C9469BD9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2DC5621-0B39-1880-A446-689E0E8C8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8161851-95A5-84F6-DEA8-B1D6937488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22778D9-3717-CFEA-E1C4-49FFF83001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5215A28-B158-A042-8BFD-A6BF9E5F2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0B7-8424-4364-A653-E6517F00E45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205B26A-F582-C6EB-484C-6CBF091BE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922224B-F103-1AA1-0BCB-153C4E904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5015-01BB-4152-B1AD-529535969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7312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166EF3-3E5C-10E4-C948-4868F7588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89CE0E7-8B9F-2DA8-1FAB-1ADC21144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0B7-8424-4364-A653-E6517F00E45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BC54120-DDB3-5B2C-5805-BCA151D5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A7DA5BC-C6FE-10CC-DA6A-8AB9FCC52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5015-01BB-4152-B1AD-529535969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951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E0086A9-7FF0-CC52-88FB-C58864B5D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0B7-8424-4364-A653-E6517F00E45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62CFE5C-57A6-F1E9-37D7-814269ACD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AD008E-6500-8F39-BC88-71B493CE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5015-01BB-4152-B1AD-529535969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2388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FF8F4B-1959-F6A7-3286-D1936C342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5A45E6-86ED-DD5A-1F9D-B67C8F1FE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3ED53-025E-9C75-DF0E-1CBBC659B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C3C9999-3C89-7EB4-B592-7969CF159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0B7-8424-4364-A653-E6517F00E45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228CF1D-D60B-27DF-0B83-F4E53155F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4758E44-4610-6B57-4BFB-7DBCC10F7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5015-01BB-4152-B1AD-529535969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490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D69832-1E42-FFCF-20B8-10AC96A45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3A195F-17C0-30DA-5D32-8A68F94B40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AA0C608-2917-B84D-FE75-C91026110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C25408-6F22-6A2B-A22A-6EE435D51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0B7-8424-4364-A653-E6517F00E45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95E233-F7A6-C2C5-E2C9-80F501EE0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889CE9-8108-3F03-9F93-F934AAAD5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5015-01BB-4152-B1AD-529535969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774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6F2E7-B019-AF43-3E82-83D74031C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F18FFA-098D-5CC2-817B-C943861B6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8031A7-DFE2-5045-0226-5DBC9160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0B7-8424-4364-A653-E6517F00E45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79AD23-446D-D36A-7F07-8F95A8302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37EE7A-F3CA-24E1-71E5-2CB7826EA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5015-01BB-4152-B1AD-529535969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652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47A4B9-059F-58B4-7783-3B48D6B470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D86C3C0-1440-FE4E-50E5-3CE85C2F8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152CE5-6F20-50B5-83A4-1A7EBD7AB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20B7-8424-4364-A653-E6517F00E45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CFDAA1-81CF-1926-508D-2205AC546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B562DA-7D4C-50C2-E7F6-6AC08194B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15015-01BB-4152-B1AD-529535969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951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6516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93ABF9-E58B-2AEA-974D-5ADA6D68A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FE5DD4-6986-64BC-4625-77AAB3E8F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3ED086-BFC9-5411-BDDD-7953B4326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F20B7-8424-4364-A653-E6517F00E45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AF126D-9EEF-8DC1-0E3B-1D4776308C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BC03B4-86A2-9C48-9A55-C6837D36E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15015-01BB-4152-B1AD-5295359696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4640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about.gitlab.com/devops-tools/" TargetMode="External"/><Relationship Id="rId7" Type="http://schemas.openxmlformats.org/officeDocument/2006/relationships/hyperlink" Target="https://www.raffaelechiatto.com/category/help-desk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www.linkedin.com/company/zendesk/jobs" TargetMode="External"/><Relationship Id="rId10" Type="http://schemas.openxmlformats.org/officeDocument/2006/relationships/hyperlink" Target="https://www.bigclassaction.com/lawsuit/freshdesk-consumer-fraud-class-action-lawsuit.php" TargetMode="External"/><Relationship Id="rId4" Type="http://schemas.openxmlformats.org/officeDocument/2006/relationships/image" Target="../media/image3.jpeg"/><Relationship Id="rId9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>
            <a:extLst>
              <a:ext uri="{FF2B5EF4-FFF2-40B4-BE49-F238E27FC236}">
                <a16:creationId xmlns:a16="http://schemas.microsoft.com/office/drawing/2014/main" id="{60EA4614-49AF-BCA8-C336-9C2870AA3FAD}"/>
              </a:ext>
            </a:extLst>
          </p:cNvPr>
          <p:cNvSpPr/>
          <p:nvPr/>
        </p:nvSpPr>
        <p:spPr>
          <a:xfrm>
            <a:off x="-2070836" y="-4000977"/>
            <a:ext cx="10840192" cy="10012593"/>
          </a:xfrm>
          <a:prstGeom prst="ellipse">
            <a:avLst/>
          </a:prstGeom>
          <a:solidFill>
            <a:srgbClr val="6F4B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9E139D-604A-9E45-CA9F-26207A288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7384" y="1683518"/>
            <a:ext cx="7116433" cy="1834461"/>
          </a:xfrm>
        </p:spPr>
        <p:txBody>
          <a:bodyPr>
            <a:noAutofit/>
          </a:bodyPr>
          <a:lstStyle/>
          <a:p>
            <a:pPr algn="l"/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Разработка </a:t>
            </a:r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Web-</a:t>
            </a:r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сервиса </a:t>
            </a:r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“</a:t>
            </a:r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Техническая поддержка пользователей организации</a:t>
            </a:r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”</a:t>
            </a:r>
            <a:endParaRPr lang="ru-RU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D0B973D-90FC-E86E-B6B6-81103255038F}"/>
              </a:ext>
            </a:extLst>
          </p:cNvPr>
          <p:cNvSpPr/>
          <p:nvPr/>
        </p:nvSpPr>
        <p:spPr>
          <a:xfrm>
            <a:off x="856343" y="2394858"/>
            <a:ext cx="667657" cy="499105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BBBD8CB-A444-700E-9CAF-FCA1E8B10BF6}"/>
              </a:ext>
            </a:extLst>
          </p:cNvPr>
          <p:cNvSpPr/>
          <p:nvPr/>
        </p:nvSpPr>
        <p:spPr>
          <a:xfrm>
            <a:off x="856342" y="218598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EBEB9F7-233D-80C7-EB90-7E3BED94982D}"/>
              </a:ext>
            </a:extLst>
          </p:cNvPr>
          <p:cNvSpPr/>
          <p:nvPr/>
        </p:nvSpPr>
        <p:spPr>
          <a:xfrm>
            <a:off x="856342" y="2013926"/>
            <a:ext cx="667657" cy="8871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3227A20-5C4A-4DB2-76ED-06AFDF6E9665}"/>
              </a:ext>
            </a:extLst>
          </p:cNvPr>
          <p:cNvSpPr/>
          <p:nvPr/>
        </p:nvSpPr>
        <p:spPr>
          <a:xfrm>
            <a:off x="860649" y="1697831"/>
            <a:ext cx="667657" cy="23006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9FEED1-03B7-C090-DB2A-400C5B4C51B3}"/>
              </a:ext>
            </a:extLst>
          </p:cNvPr>
          <p:cNvSpPr/>
          <p:nvPr/>
        </p:nvSpPr>
        <p:spPr>
          <a:xfrm>
            <a:off x="856342" y="1559718"/>
            <a:ext cx="667657" cy="49631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1496313-8CCA-43F4-D4EB-0A98FA58F3AD}"/>
              </a:ext>
            </a:extLst>
          </p:cNvPr>
          <p:cNvSpPr/>
          <p:nvPr/>
        </p:nvSpPr>
        <p:spPr>
          <a:xfrm>
            <a:off x="856342" y="1410925"/>
            <a:ext cx="667657" cy="7082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3FDAF9E-64C1-4E2D-F47D-C9E7BC0066A9}"/>
              </a:ext>
            </a:extLst>
          </p:cNvPr>
          <p:cNvSpPr/>
          <p:nvPr/>
        </p:nvSpPr>
        <p:spPr>
          <a:xfrm>
            <a:off x="856342" y="883444"/>
            <a:ext cx="667657" cy="44057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6DF8A75-F133-9CF6-607E-A958B776A8D1}"/>
              </a:ext>
            </a:extLst>
          </p:cNvPr>
          <p:cNvSpPr/>
          <p:nvPr/>
        </p:nvSpPr>
        <p:spPr>
          <a:xfrm>
            <a:off x="856341" y="65827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F2FA4C4-577E-394E-7D7E-1C504701CBFD}"/>
              </a:ext>
            </a:extLst>
          </p:cNvPr>
          <p:cNvSpPr/>
          <p:nvPr/>
        </p:nvSpPr>
        <p:spPr>
          <a:xfrm>
            <a:off x="856340" y="434591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AD22111-7E10-B71F-398B-2C3311B86214}"/>
              </a:ext>
            </a:extLst>
          </p:cNvPr>
          <p:cNvSpPr/>
          <p:nvPr/>
        </p:nvSpPr>
        <p:spPr>
          <a:xfrm>
            <a:off x="856340" y="57877"/>
            <a:ext cx="667657" cy="27914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EC1C935-1EAD-E4FD-453D-30AE335F3BA6}"/>
              </a:ext>
            </a:extLst>
          </p:cNvPr>
          <p:cNvSpPr/>
          <p:nvPr/>
        </p:nvSpPr>
        <p:spPr>
          <a:xfrm>
            <a:off x="856339" y="-116786"/>
            <a:ext cx="667657" cy="77567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4354367-BBDD-B5DD-7D2C-A8D6F005AD63}"/>
              </a:ext>
            </a:extLst>
          </p:cNvPr>
          <p:cNvSpPr/>
          <p:nvPr/>
        </p:nvSpPr>
        <p:spPr>
          <a:xfrm>
            <a:off x="856339" y="-335948"/>
            <a:ext cx="667657" cy="13799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00773E1-E438-5995-C6A3-96C0AB5F417E}"/>
              </a:ext>
            </a:extLst>
          </p:cNvPr>
          <p:cNvSpPr/>
          <p:nvPr/>
        </p:nvSpPr>
        <p:spPr>
          <a:xfrm>
            <a:off x="856338" y="-559636"/>
            <a:ext cx="667657" cy="12033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Блок-схема: данные 17">
            <a:extLst>
              <a:ext uri="{FF2B5EF4-FFF2-40B4-BE49-F238E27FC236}">
                <a16:creationId xmlns:a16="http://schemas.microsoft.com/office/drawing/2014/main" id="{0DBDF5EB-3822-589F-ACBE-574050B07653}"/>
              </a:ext>
            </a:extLst>
          </p:cNvPr>
          <p:cNvSpPr/>
          <p:nvPr/>
        </p:nvSpPr>
        <p:spPr>
          <a:xfrm flipH="1">
            <a:off x="1122408" y="4890385"/>
            <a:ext cx="1338762" cy="284097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Блок-схема: данные 18">
            <a:extLst>
              <a:ext uri="{FF2B5EF4-FFF2-40B4-BE49-F238E27FC236}">
                <a16:creationId xmlns:a16="http://schemas.microsoft.com/office/drawing/2014/main" id="{982D15CA-0C04-1A89-DC91-87705246868F}"/>
              </a:ext>
            </a:extLst>
          </p:cNvPr>
          <p:cNvSpPr/>
          <p:nvPr/>
        </p:nvSpPr>
        <p:spPr>
          <a:xfrm flipH="1">
            <a:off x="1122408" y="5413196"/>
            <a:ext cx="1338762" cy="294939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Блок-схема: данные 19">
            <a:extLst>
              <a:ext uri="{FF2B5EF4-FFF2-40B4-BE49-F238E27FC236}">
                <a16:creationId xmlns:a16="http://schemas.microsoft.com/office/drawing/2014/main" id="{3453ADA5-B451-06FF-90D3-A795F174DCB8}"/>
              </a:ext>
            </a:extLst>
          </p:cNvPr>
          <p:cNvSpPr/>
          <p:nvPr/>
        </p:nvSpPr>
        <p:spPr>
          <a:xfrm flipH="1">
            <a:off x="1122408" y="5929800"/>
            <a:ext cx="1338762" cy="284097"/>
          </a:xfrm>
          <a:prstGeom prst="flowChartInputOutpu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Блок-схема: данные 20">
            <a:extLst>
              <a:ext uri="{FF2B5EF4-FFF2-40B4-BE49-F238E27FC236}">
                <a16:creationId xmlns:a16="http://schemas.microsoft.com/office/drawing/2014/main" id="{AF33E77C-69E8-FCF3-D4A6-51DE588552B6}"/>
              </a:ext>
            </a:extLst>
          </p:cNvPr>
          <p:cNvSpPr/>
          <p:nvPr/>
        </p:nvSpPr>
        <p:spPr>
          <a:xfrm flipH="1">
            <a:off x="1142737" y="6447171"/>
            <a:ext cx="1338761" cy="284097"/>
          </a:xfrm>
          <a:prstGeom prst="flowChartInputOutpu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араллелограмм 21">
            <a:extLst>
              <a:ext uri="{FF2B5EF4-FFF2-40B4-BE49-F238E27FC236}">
                <a16:creationId xmlns:a16="http://schemas.microsoft.com/office/drawing/2014/main" id="{6FA5D217-9D22-975F-9C65-D721FFFBB0CA}"/>
              </a:ext>
            </a:extLst>
          </p:cNvPr>
          <p:cNvSpPr/>
          <p:nvPr/>
        </p:nvSpPr>
        <p:spPr>
          <a:xfrm>
            <a:off x="9577435" y="969862"/>
            <a:ext cx="370478" cy="910193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араллелограмм 22">
            <a:extLst>
              <a:ext uri="{FF2B5EF4-FFF2-40B4-BE49-F238E27FC236}">
                <a16:creationId xmlns:a16="http://schemas.microsoft.com/office/drawing/2014/main" id="{F22C3297-5DBB-C339-5E7F-452255520C0F}"/>
              </a:ext>
            </a:extLst>
          </p:cNvPr>
          <p:cNvSpPr/>
          <p:nvPr/>
        </p:nvSpPr>
        <p:spPr>
          <a:xfrm>
            <a:off x="9947913" y="969861"/>
            <a:ext cx="370478" cy="910193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араллелограмм 23">
            <a:extLst>
              <a:ext uri="{FF2B5EF4-FFF2-40B4-BE49-F238E27FC236}">
                <a16:creationId xmlns:a16="http://schemas.microsoft.com/office/drawing/2014/main" id="{5F6B297A-F506-10E9-2EB2-294214AAA75C}"/>
              </a:ext>
            </a:extLst>
          </p:cNvPr>
          <p:cNvSpPr/>
          <p:nvPr/>
        </p:nvSpPr>
        <p:spPr>
          <a:xfrm>
            <a:off x="10375541" y="955829"/>
            <a:ext cx="370478" cy="910193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араллелограмм 24">
            <a:extLst>
              <a:ext uri="{FF2B5EF4-FFF2-40B4-BE49-F238E27FC236}">
                <a16:creationId xmlns:a16="http://schemas.microsoft.com/office/drawing/2014/main" id="{70BF8C9B-E6CB-B945-D765-EC0BA57BB443}"/>
              </a:ext>
            </a:extLst>
          </p:cNvPr>
          <p:cNvSpPr/>
          <p:nvPr/>
        </p:nvSpPr>
        <p:spPr>
          <a:xfrm>
            <a:off x="10746019" y="955828"/>
            <a:ext cx="370478" cy="910193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араллелограмм 25">
            <a:extLst>
              <a:ext uri="{FF2B5EF4-FFF2-40B4-BE49-F238E27FC236}">
                <a16:creationId xmlns:a16="http://schemas.microsoft.com/office/drawing/2014/main" id="{C236A2FF-4FD8-B79D-ACF9-7EDA156B60D3}"/>
              </a:ext>
            </a:extLst>
          </p:cNvPr>
          <p:cNvSpPr/>
          <p:nvPr/>
        </p:nvSpPr>
        <p:spPr>
          <a:xfrm>
            <a:off x="11126470" y="955829"/>
            <a:ext cx="370478" cy="910193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араллелограмм 26">
            <a:extLst>
              <a:ext uri="{FF2B5EF4-FFF2-40B4-BE49-F238E27FC236}">
                <a16:creationId xmlns:a16="http://schemas.microsoft.com/office/drawing/2014/main" id="{567B3FAE-EAE7-28DE-121D-71339068202C}"/>
              </a:ext>
            </a:extLst>
          </p:cNvPr>
          <p:cNvSpPr/>
          <p:nvPr/>
        </p:nvSpPr>
        <p:spPr>
          <a:xfrm>
            <a:off x="11496948" y="955828"/>
            <a:ext cx="370478" cy="910193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D2C3CB41-011A-A2BE-9262-6FD89E2E5BDF}"/>
              </a:ext>
            </a:extLst>
          </p:cNvPr>
          <p:cNvSpPr/>
          <p:nvPr/>
        </p:nvSpPr>
        <p:spPr>
          <a:xfrm>
            <a:off x="11490385" y="6080120"/>
            <a:ext cx="375322" cy="375322"/>
          </a:xfrm>
          <a:prstGeom prst="ellipse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одзаголовок 29">
            <a:extLst>
              <a:ext uri="{FF2B5EF4-FFF2-40B4-BE49-F238E27FC236}">
                <a16:creationId xmlns:a16="http://schemas.microsoft.com/office/drawing/2014/main" id="{CA1BBD22-C9D6-B061-779E-1F39B700A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7592" y="5439900"/>
            <a:ext cx="9144000" cy="1655762"/>
          </a:xfrm>
        </p:spPr>
        <p:txBody>
          <a:bodyPr/>
          <a:lstStyle/>
          <a:p>
            <a:r>
              <a:rPr lang="ru-RU" dirty="0"/>
              <a:t>ФИО</a:t>
            </a:r>
          </a:p>
        </p:txBody>
      </p:sp>
    </p:spTree>
    <p:extLst>
      <p:ext uri="{BB962C8B-B14F-4D97-AF65-F5344CB8AC3E}">
        <p14:creationId xmlns:p14="http://schemas.microsoft.com/office/powerpoint/2010/main" val="2262402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443509-7866-F99B-732E-A47C61B26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883" y="195054"/>
            <a:ext cx="10515600" cy="1325563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Введение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1981203-2ED7-69C2-7771-5DE7F6A137CB}"/>
              </a:ext>
            </a:extLst>
          </p:cNvPr>
          <p:cNvSpPr/>
          <p:nvPr/>
        </p:nvSpPr>
        <p:spPr>
          <a:xfrm>
            <a:off x="11161486" y="2496458"/>
            <a:ext cx="667657" cy="499105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32A760B-2E53-E61C-398D-E08B350D3552}"/>
              </a:ext>
            </a:extLst>
          </p:cNvPr>
          <p:cNvSpPr/>
          <p:nvPr/>
        </p:nvSpPr>
        <p:spPr>
          <a:xfrm>
            <a:off x="11161485" y="228758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585CF2E-89D0-C9FD-CEFD-64967623C746}"/>
              </a:ext>
            </a:extLst>
          </p:cNvPr>
          <p:cNvSpPr/>
          <p:nvPr/>
        </p:nvSpPr>
        <p:spPr>
          <a:xfrm>
            <a:off x="11161485" y="2115526"/>
            <a:ext cx="667657" cy="8871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CAAB6E8-F2D3-E842-834D-96866FA5EB2F}"/>
              </a:ext>
            </a:extLst>
          </p:cNvPr>
          <p:cNvSpPr/>
          <p:nvPr/>
        </p:nvSpPr>
        <p:spPr>
          <a:xfrm>
            <a:off x="11165792" y="1799431"/>
            <a:ext cx="667657" cy="23006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4EB91F1-0DFC-7ABA-E431-A2664A361CC1}"/>
              </a:ext>
            </a:extLst>
          </p:cNvPr>
          <p:cNvSpPr/>
          <p:nvPr/>
        </p:nvSpPr>
        <p:spPr>
          <a:xfrm>
            <a:off x="11161485" y="1661318"/>
            <a:ext cx="667657" cy="49631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6797554-E501-D3EA-A7BE-154FB7938F91}"/>
              </a:ext>
            </a:extLst>
          </p:cNvPr>
          <p:cNvSpPr/>
          <p:nvPr/>
        </p:nvSpPr>
        <p:spPr>
          <a:xfrm>
            <a:off x="11161485" y="1512525"/>
            <a:ext cx="667657" cy="7082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B1F8AF5-49F3-4C60-F9C3-EA5FC2B24FB3}"/>
              </a:ext>
            </a:extLst>
          </p:cNvPr>
          <p:cNvSpPr/>
          <p:nvPr/>
        </p:nvSpPr>
        <p:spPr>
          <a:xfrm>
            <a:off x="11161485" y="985044"/>
            <a:ext cx="667657" cy="44057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7AC99EB-EA7D-BCFF-CB7C-9CC2D0151A62}"/>
              </a:ext>
            </a:extLst>
          </p:cNvPr>
          <p:cNvSpPr/>
          <p:nvPr/>
        </p:nvSpPr>
        <p:spPr>
          <a:xfrm>
            <a:off x="11161484" y="75987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C82F065-6B7A-A3D6-8FC8-991BC6335567}"/>
              </a:ext>
            </a:extLst>
          </p:cNvPr>
          <p:cNvSpPr/>
          <p:nvPr/>
        </p:nvSpPr>
        <p:spPr>
          <a:xfrm>
            <a:off x="11161483" y="536191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06CB3D3-CB6B-7D18-E84F-13D757772F9D}"/>
              </a:ext>
            </a:extLst>
          </p:cNvPr>
          <p:cNvSpPr/>
          <p:nvPr/>
        </p:nvSpPr>
        <p:spPr>
          <a:xfrm>
            <a:off x="11161483" y="159477"/>
            <a:ext cx="667657" cy="27914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D60286B-701E-CB55-2DD5-533DD6AB7EE9}"/>
              </a:ext>
            </a:extLst>
          </p:cNvPr>
          <p:cNvSpPr/>
          <p:nvPr/>
        </p:nvSpPr>
        <p:spPr>
          <a:xfrm>
            <a:off x="11161482" y="-15186"/>
            <a:ext cx="667657" cy="77567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8F1FEB7-437F-BE53-E92A-DBF5C09A63E8}"/>
              </a:ext>
            </a:extLst>
          </p:cNvPr>
          <p:cNvSpPr/>
          <p:nvPr/>
        </p:nvSpPr>
        <p:spPr>
          <a:xfrm>
            <a:off x="11161482" y="-234348"/>
            <a:ext cx="667657" cy="13799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A6700E3-6B2E-36CA-6DC7-DD0B89149C1D}"/>
              </a:ext>
            </a:extLst>
          </p:cNvPr>
          <p:cNvSpPr/>
          <p:nvPr/>
        </p:nvSpPr>
        <p:spPr>
          <a:xfrm>
            <a:off x="11161481" y="-458036"/>
            <a:ext cx="667657" cy="12033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араллелограмм 16">
            <a:extLst>
              <a:ext uri="{FF2B5EF4-FFF2-40B4-BE49-F238E27FC236}">
                <a16:creationId xmlns:a16="http://schemas.microsoft.com/office/drawing/2014/main" id="{5280AA04-0342-CD76-C5CA-B222881447F2}"/>
              </a:ext>
            </a:extLst>
          </p:cNvPr>
          <p:cNvSpPr/>
          <p:nvPr/>
        </p:nvSpPr>
        <p:spPr>
          <a:xfrm>
            <a:off x="-186918" y="630567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араллелограмм 17">
            <a:extLst>
              <a:ext uri="{FF2B5EF4-FFF2-40B4-BE49-F238E27FC236}">
                <a16:creationId xmlns:a16="http://schemas.microsoft.com/office/drawing/2014/main" id="{8CF1E2CA-8223-A120-A4E6-F274A0D9B5A7}"/>
              </a:ext>
            </a:extLst>
          </p:cNvPr>
          <p:cNvSpPr/>
          <p:nvPr/>
        </p:nvSpPr>
        <p:spPr>
          <a:xfrm>
            <a:off x="183560" y="630567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араллелограмм 18">
            <a:extLst>
              <a:ext uri="{FF2B5EF4-FFF2-40B4-BE49-F238E27FC236}">
                <a16:creationId xmlns:a16="http://schemas.microsoft.com/office/drawing/2014/main" id="{FDB4E914-61A3-4A86-FAFE-C837B8E19E7D}"/>
              </a:ext>
            </a:extLst>
          </p:cNvPr>
          <p:cNvSpPr/>
          <p:nvPr/>
        </p:nvSpPr>
        <p:spPr>
          <a:xfrm>
            <a:off x="611188" y="629164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араллелограмм 19">
            <a:extLst>
              <a:ext uri="{FF2B5EF4-FFF2-40B4-BE49-F238E27FC236}">
                <a16:creationId xmlns:a16="http://schemas.microsoft.com/office/drawing/2014/main" id="{C07243B9-8F02-C34F-6526-255B62AB5CA7}"/>
              </a:ext>
            </a:extLst>
          </p:cNvPr>
          <p:cNvSpPr/>
          <p:nvPr/>
        </p:nvSpPr>
        <p:spPr>
          <a:xfrm>
            <a:off x="981666" y="629163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араллелограмм 20">
            <a:extLst>
              <a:ext uri="{FF2B5EF4-FFF2-40B4-BE49-F238E27FC236}">
                <a16:creationId xmlns:a16="http://schemas.microsoft.com/office/drawing/2014/main" id="{848059D1-9E9F-3DFA-C014-AC0E7B4D8259}"/>
              </a:ext>
            </a:extLst>
          </p:cNvPr>
          <p:cNvSpPr/>
          <p:nvPr/>
        </p:nvSpPr>
        <p:spPr>
          <a:xfrm>
            <a:off x="1362117" y="629164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араллелограмм 21">
            <a:extLst>
              <a:ext uri="{FF2B5EF4-FFF2-40B4-BE49-F238E27FC236}">
                <a16:creationId xmlns:a16="http://schemas.microsoft.com/office/drawing/2014/main" id="{6663CA81-28A9-AE49-2F80-711403E3920E}"/>
              </a:ext>
            </a:extLst>
          </p:cNvPr>
          <p:cNvSpPr/>
          <p:nvPr/>
        </p:nvSpPr>
        <p:spPr>
          <a:xfrm>
            <a:off x="1732595" y="629163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араллелограмм 22">
            <a:extLst>
              <a:ext uri="{FF2B5EF4-FFF2-40B4-BE49-F238E27FC236}">
                <a16:creationId xmlns:a16="http://schemas.microsoft.com/office/drawing/2014/main" id="{C3BC82C7-8DEA-18E9-F1AC-B83B5A445AD9}"/>
              </a:ext>
            </a:extLst>
          </p:cNvPr>
          <p:cNvSpPr/>
          <p:nvPr/>
        </p:nvSpPr>
        <p:spPr>
          <a:xfrm>
            <a:off x="2094866" y="629163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араллелограмм 23">
            <a:extLst>
              <a:ext uri="{FF2B5EF4-FFF2-40B4-BE49-F238E27FC236}">
                <a16:creationId xmlns:a16="http://schemas.microsoft.com/office/drawing/2014/main" id="{AF65AEED-1E4B-3F4F-228E-C2A1FE4B813C}"/>
              </a:ext>
            </a:extLst>
          </p:cNvPr>
          <p:cNvSpPr/>
          <p:nvPr/>
        </p:nvSpPr>
        <p:spPr>
          <a:xfrm>
            <a:off x="2465344" y="629163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араллелограмм 24">
            <a:extLst>
              <a:ext uri="{FF2B5EF4-FFF2-40B4-BE49-F238E27FC236}">
                <a16:creationId xmlns:a16="http://schemas.microsoft.com/office/drawing/2014/main" id="{8219E05B-7398-1CEB-62AB-4F287D81CC97}"/>
              </a:ext>
            </a:extLst>
          </p:cNvPr>
          <p:cNvSpPr/>
          <p:nvPr/>
        </p:nvSpPr>
        <p:spPr>
          <a:xfrm>
            <a:off x="2892972" y="627760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араллелограмм 25">
            <a:extLst>
              <a:ext uri="{FF2B5EF4-FFF2-40B4-BE49-F238E27FC236}">
                <a16:creationId xmlns:a16="http://schemas.microsoft.com/office/drawing/2014/main" id="{134C5C82-2434-5B5A-FB98-2E3A20446E76}"/>
              </a:ext>
            </a:extLst>
          </p:cNvPr>
          <p:cNvSpPr/>
          <p:nvPr/>
        </p:nvSpPr>
        <p:spPr>
          <a:xfrm>
            <a:off x="3263450" y="627760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араллелограмм 26">
            <a:extLst>
              <a:ext uri="{FF2B5EF4-FFF2-40B4-BE49-F238E27FC236}">
                <a16:creationId xmlns:a16="http://schemas.microsoft.com/office/drawing/2014/main" id="{A3D467B5-502A-E91A-E4B8-08CB05F593F8}"/>
              </a:ext>
            </a:extLst>
          </p:cNvPr>
          <p:cNvSpPr/>
          <p:nvPr/>
        </p:nvSpPr>
        <p:spPr>
          <a:xfrm>
            <a:off x="3643901" y="627760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араллелограмм 27">
            <a:extLst>
              <a:ext uri="{FF2B5EF4-FFF2-40B4-BE49-F238E27FC236}">
                <a16:creationId xmlns:a16="http://schemas.microsoft.com/office/drawing/2014/main" id="{792FB56F-9EF4-7989-0A7A-9CE445D4A3C2}"/>
              </a:ext>
            </a:extLst>
          </p:cNvPr>
          <p:cNvSpPr/>
          <p:nvPr/>
        </p:nvSpPr>
        <p:spPr>
          <a:xfrm>
            <a:off x="4014379" y="627760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араллелограмм 28">
            <a:extLst>
              <a:ext uri="{FF2B5EF4-FFF2-40B4-BE49-F238E27FC236}">
                <a16:creationId xmlns:a16="http://schemas.microsoft.com/office/drawing/2014/main" id="{955B6D00-751D-A300-6FBB-09ED1529FBBE}"/>
              </a:ext>
            </a:extLst>
          </p:cNvPr>
          <p:cNvSpPr/>
          <p:nvPr/>
        </p:nvSpPr>
        <p:spPr>
          <a:xfrm>
            <a:off x="4383099" y="625832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араллелограмм 29">
            <a:extLst>
              <a:ext uri="{FF2B5EF4-FFF2-40B4-BE49-F238E27FC236}">
                <a16:creationId xmlns:a16="http://schemas.microsoft.com/office/drawing/2014/main" id="{38B35B03-1778-FD90-C13F-06B4B1051EF2}"/>
              </a:ext>
            </a:extLst>
          </p:cNvPr>
          <p:cNvSpPr/>
          <p:nvPr/>
        </p:nvSpPr>
        <p:spPr>
          <a:xfrm>
            <a:off x="4753577" y="625832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араллелограмм 30">
            <a:extLst>
              <a:ext uri="{FF2B5EF4-FFF2-40B4-BE49-F238E27FC236}">
                <a16:creationId xmlns:a16="http://schemas.microsoft.com/office/drawing/2014/main" id="{7A5E2BC9-415B-EA84-70EE-60E813F68CCA}"/>
              </a:ext>
            </a:extLst>
          </p:cNvPr>
          <p:cNvSpPr/>
          <p:nvPr/>
        </p:nvSpPr>
        <p:spPr>
          <a:xfrm>
            <a:off x="5181205" y="624429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араллелограмм 31">
            <a:extLst>
              <a:ext uri="{FF2B5EF4-FFF2-40B4-BE49-F238E27FC236}">
                <a16:creationId xmlns:a16="http://schemas.microsoft.com/office/drawing/2014/main" id="{C9EFB6E7-D2CD-8F41-DB05-B2689B594370}"/>
              </a:ext>
            </a:extLst>
          </p:cNvPr>
          <p:cNvSpPr/>
          <p:nvPr/>
        </p:nvSpPr>
        <p:spPr>
          <a:xfrm>
            <a:off x="5551683" y="624429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араллелограмм 32">
            <a:extLst>
              <a:ext uri="{FF2B5EF4-FFF2-40B4-BE49-F238E27FC236}">
                <a16:creationId xmlns:a16="http://schemas.microsoft.com/office/drawing/2014/main" id="{C53ACFEF-3240-5F7C-ED42-682AA7A2F304}"/>
              </a:ext>
            </a:extLst>
          </p:cNvPr>
          <p:cNvSpPr/>
          <p:nvPr/>
        </p:nvSpPr>
        <p:spPr>
          <a:xfrm>
            <a:off x="5932134" y="624429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араллелограмм 33">
            <a:extLst>
              <a:ext uri="{FF2B5EF4-FFF2-40B4-BE49-F238E27FC236}">
                <a16:creationId xmlns:a16="http://schemas.microsoft.com/office/drawing/2014/main" id="{563E7D9B-888B-2DC7-4DBF-5644B9C75C4A}"/>
              </a:ext>
            </a:extLst>
          </p:cNvPr>
          <p:cNvSpPr/>
          <p:nvPr/>
        </p:nvSpPr>
        <p:spPr>
          <a:xfrm>
            <a:off x="6302612" y="624429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араллелограмм 34">
            <a:extLst>
              <a:ext uri="{FF2B5EF4-FFF2-40B4-BE49-F238E27FC236}">
                <a16:creationId xmlns:a16="http://schemas.microsoft.com/office/drawing/2014/main" id="{462CDF19-9FB9-D069-C133-0A14EB3B779B}"/>
              </a:ext>
            </a:extLst>
          </p:cNvPr>
          <p:cNvSpPr/>
          <p:nvPr/>
        </p:nvSpPr>
        <p:spPr>
          <a:xfrm>
            <a:off x="6664883" y="624429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араллелограмм 35">
            <a:extLst>
              <a:ext uri="{FF2B5EF4-FFF2-40B4-BE49-F238E27FC236}">
                <a16:creationId xmlns:a16="http://schemas.microsoft.com/office/drawing/2014/main" id="{43297227-CF83-7B82-9C89-B46F99F1C5D9}"/>
              </a:ext>
            </a:extLst>
          </p:cNvPr>
          <p:cNvSpPr/>
          <p:nvPr/>
        </p:nvSpPr>
        <p:spPr>
          <a:xfrm>
            <a:off x="7035361" y="624429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араллелограмм 36">
            <a:extLst>
              <a:ext uri="{FF2B5EF4-FFF2-40B4-BE49-F238E27FC236}">
                <a16:creationId xmlns:a16="http://schemas.microsoft.com/office/drawing/2014/main" id="{5942957F-A090-A213-A086-DB0F12245A24}"/>
              </a:ext>
            </a:extLst>
          </p:cNvPr>
          <p:cNvSpPr/>
          <p:nvPr/>
        </p:nvSpPr>
        <p:spPr>
          <a:xfrm>
            <a:off x="7462989" y="6230261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араллелограмм 37">
            <a:extLst>
              <a:ext uri="{FF2B5EF4-FFF2-40B4-BE49-F238E27FC236}">
                <a16:creationId xmlns:a16="http://schemas.microsoft.com/office/drawing/2014/main" id="{C0419AE8-449A-153B-FB81-97D578F91211}"/>
              </a:ext>
            </a:extLst>
          </p:cNvPr>
          <p:cNvSpPr/>
          <p:nvPr/>
        </p:nvSpPr>
        <p:spPr>
          <a:xfrm>
            <a:off x="7833467" y="623026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араллелограмм 38">
            <a:extLst>
              <a:ext uri="{FF2B5EF4-FFF2-40B4-BE49-F238E27FC236}">
                <a16:creationId xmlns:a16="http://schemas.microsoft.com/office/drawing/2014/main" id="{E6EA3E7F-0C0C-CA67-B7BE-0B02B83AFBD7}"/>
              </a:ext>
            </a:extLst>
          </p:cNvPr>
          <p:cNvSpPr/>
          <p:nvPr/>
        </p:nvSpPr>
        <p:spPr>
          <a:xfrm>
            <a:off x="8213918" y="6230261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араллелограмм 39">
            <a:extLst>
              <a:ext uri="{FF2B5EF4-FFF2-40B4-BE49-F238E27FC236}">
                <a16:creationId xmlns:a16="http://schemas.microsoft.com/office/drawing/2014/main" id="{D6BBAC45-898B-34FF-33E9-79753B908141}"/>
              </a:ext>
            </a:extLst>
          </p:cNvPr>
          <p:cNvSpPr/>
          <p:nvPr/>
        </p:nvSpPr>
        <p:spPr>
          <a:xfrm>
            <a:off x="8584396" y="623026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араллелограмм 40">
            <a:extLst>
              <a:ext uri="{FF2B5EF4-FFF2-40B4-BE49-F238E27FC236}">
                <a16:creationId xmlns:a16="http://schemas.microsoft.com/office/drawing/2014/main" id="{75C67A78-F664-4D87-71D1-3EC7F90C1EE0}"/>
              </a:ext>
            </a:extLst>
          </p:cNvPr>
          <p:cNvSpPr/>
          <p:nvPr/>
        </p:nvSpPr>
        <p:spPr>
          <a:xfrm>
            <a:off x="7808880" y="624429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араллелограмм 41">
            <a:extLst>
              <a:ext uri="{FF2B5EF4-FFF2-40B4-BE49-F238E27FC236}">
                <a16:creationId xmlns:a16="http://schemas.microsoft.com/office/drawing/2014/main" id="{A59B0454-2D5F-FB57-3B9A-23D875D58B81}"/>
              </a:ext>
            </a:extLst>
          </p:cNvPr>
          <p:cNvSpPr/>
          <p:nvPr/>
        </p:nvSpPr>
        <p:spPr>
          <a:xfrm>
            <a:off x="8179358" y="624429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араллелограмм 42">
            <a:extLst>
              <a:ext uri="{FF2B5EF4-FFF2-40B4-BE49-F238E27FC236}">
                <a16:creationId xmlns:a16="http://schemas.microsoft.com/office/drawing/2014/main" id="{AB831926-2ED1-960F-FDE2-1CBBABB53776}"/>
              </a:ext>
            </a:extLst>
          </p:cNvPr>
          <p:cNvSpPr/>
          <p:nvPr/>
        </p:nvSpPr>
        <p:spPr>
          <a:xfrm>
            <a:off x="8606986" y="6230261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араллелограмм 43">
            <a:extLst>
              <a:ext uri="{FF2B5EF4-FFF2-40B4-BE49-F238E27FC236}">
                <a16:creationId xmlns:a16="http://schemas.microsoft.com/office/drawing/2014/main" id="{E3BC4E61-354E-3345-BB3D-8FE43F64CEFA}"/>
              </a:ext>
            </a:extLst>
          </p:cNvPr>
          <p:cNvSpPr/>
          <p:nvPr/>
        </p:nvSpPr>
        <p:spPr>
          <a:xfrm>
            <a:off x="8977464" y="623026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араллелограмм 44">
            <a:extLst>
              <a:ext uri="{FF2B5EF4-FFF2-40B4-BE49-F238E27FC236}">
                <a16:creationId xmlns:a16="http://schemas.microsoft.com/office/drawing/2014/main" id="{3861C758-F0A9-59A0-D4B5-BD0A892A6380}"/>
              </a:ext>
            </a:extLst>
          </p:cNvPr>
          <p:cNvSpPr/>
          <p:nvPr/>
        </p:nvSpPr>
        <p:spPr>
          <a:xfrm>
            <a:off x="9357915" y="6230261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араллелограмм 45">
            <a:extLst>
              <a:ext uri="{FF2B5EF4-FFF2-40B4-BE49-F238E27FC236}">
                <a16:creationId xmlns:a16="http://schemas.microsoft.com/office/drawing/2014/main" id="{60B13B80-DB7C-C8AA-C1C4-07BFB5C41FBF}"/>
              </a:ext>
            </a:extLst>
          </p:cNvPr>
          <p:cNvSpPr/>
          <p:nvPr/>
        </p:nvSpPr>
        <p:spPr>
          <a:xfrm>
            <a:off x="9728393" y="623026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араллелограмм 46">
            <a:extLst>
              <a:ext uri="{FF2B5EF4-FFF2-40B4-BE49-F238E27FC236}">
                <a16:creationId xmlns:a16="http://schemas.microsoft.com/office/drawing/2014/main" id="{8AC3F6F8-E143-DFD8-1075-48345160D70C}"/>
              </a:ext>
            </a:extLst>
          </p:cNvPr>
          <p:cNvSpPr/>
          <p:nvPr/>
        </p:nvSpPr>
        <p:spPr>
          <a:xfrm>
            <a:off x="10090664" y="623026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араллелограмм 47">
            <a:extLst>
              <a:ext uri="{FF2B5EF4-FFF2-40B4-BE49-F238E27FC236}">
                <a16:creationId xmlns:a16="http://schemas.microsoft.com/office/drawing/2014/main" id="{2C9F8B88-D940-783B-F761-C661C683CC1A}"/>
              </a:ext>
            </a:extLst>
          </p:cNvPr>
          <p:cNvSpPr/>
          <p:nvPr/>
        </p:nvSpPr>
        <p:spPr>
          <a:xfrm>
            <a:off x="10461142" y="623025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араллелограмм 48">
            <a:extLst>
              <a:ext uri="{FF2B5EF4-FFF2-40B4-BE49-F238E27FC236}">
                <a16:creationId xmlns:a16="http://schemas.microsoft.com/office/drawing/2014/main" id="{05856214-821F-7ED0-7F14-DCF2329F11E1}"/>
              </a:ext>
            </a:extLst>
          </p:cNvPr>
          <p:cNvSpPr/>
          <p:nvPr/>
        </p:nvSpPr>
        <p:spPr>
          <a:xfrm>
            <a:off x="10888770" y="621622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араллелограмм 49">
            <a:extLst>
              <a:ext uri="{FF2B5EF4-FFF2-40B4-BE49-F238E27FC236}">
                <a16:creationId xmlns:a16="http://schemas.microsoft.com/office/drawing/2014/main" id="{2F67E271-46B9-9577-A642-8F1F2C5C9684}"/>
              </a:ext>
            </a:extLst>
          </p:cNvPr>
          <p:cNvSpPr/>
          <p:nvPr/>
        </p:nvSpPr>
        <p:spPr>
          <a:xfrm>
            <a:off x="11259248" y="621622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араллелограмм 50">
            <a:extLst>
              <a:ext uri="{FF2B5EF4-FFF2-40B4-BE49-F238E27FC236}">
                <a16:creationId xmlns:a16="http://schemas.microsoft.com/office/drawing/2014/main" id="{EB588DA7-E568-7508-11F1-41AD6B0471D2}"/>
              </a:ext>
            </a:extLst>
          </p:cNvPr>
          <p:cNvSpPr/>
          <p:nvPr/>
        </p:nvSpPr>
        <p:spPr>
          <a:xfrm>
            <a:off x="11639699" y="621622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Параллелограмм 51">
            <a:extLst>
              <a:ext uri="{FF2B5EF4-FFF2-40B4-BE49-F238E27FC236}">
                <a16:creationId xmlns:a16="http://schemas.microsoft.com/office/drawing/2014/main" id="{8B8C9101-68DE-357B-E697-DC0073D5F67A}"/>
              </a:ext>
            </a:extLst>
          </p:cNvPr>
          <p:cNvSpPr/>
          <p:nvPr/>
        </p:nvSpPr>
        <p:spPr>
          <a:xfrm>
            <a:off x="12010177" y="621622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CC8A9DC1-88B5-6B56-FC01-DA1E0B0195DB}"/>
              </a:ext>
            </a:extLst>
          </p:cNvPr>
          <p:cNvSpPr/>
          <p:nvPr/>
        </p:nvSpPr>
        <p:spPr>
          <a:xfrm>
            <a:off x="4722954" y="2211424"/>
            <a:ext cx="6912807" cy="2674190"/>
          </a:xfrm>
          <a:prstGeom prst="roundRect">
            <a:avLst>
              <a:gd name="adj" fmla="val 19879"/>
            </a:avLst>
          </a:prstGeom>
          <a:solidFill>
            <a:schemeClr val="bg1"/>
          </a:solidFill>
          <a:ln w="3810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46E020-9326-4A87-C53D-7D551AED6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5368" y="2657570"/>
            <a:ext cx="6630393" cy="1913356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 проекта – разработать и внедрить централизованный веб-сервис для приёма и обработки заявок в техподдержку, который обеспечит прозрачность, скорость и контроль над процессом.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A5C07F4C-CE60-F0C2-FE56-D7CE64F3CB39}"/>
              </a:ext>
            </a:extLst>
          </p:cNvPr>
          <p:cNvSpPr/>
          <p:nvPr/>
        </p:nvSpPr>
        <p:spPr>
          <a:xfrm>
            <a:off x="212163" y="1417495"/>
            <a:ext cx="4262047" cy="4262047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7620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Параллелограмм 54">
            <a:extLst>
              <a:ext uri="{FF2B5EF4-FFF2-40B4-BE49-F238E27FC236}">
                <a16:creationId xmlns:a16="http://schemas.microsoft.com/office/drawing/2014/main" id="{7DFA4DEB-CF91-7E10-422D-F1B12291EF32}"/>
              </a:ext>
            </a:extLst>
          </p:cNvPr>
          <p:cNvSpPr/>
          <p:nvPr/>
        </p:nvSpPr>
        <p:spPr>
          <a:xfrm>
            <a:off x="6227654" y="1623173"/>
            <a:ext cx="4713483" cy="316095"/>
          </a:xfrm>
          <a:prstGeom prst="parallelogram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Параллелограмм 56">
            <a:extLst>
              <a:ext uri="{FF2B5EF4-FFF2-40B4-BE49-F238E27FC236}">
                <a16:creationId xmlns:a16="http://schemas.microsoft.com/office/drawing/2014/main" id="{95BED080-1CE1-4979-971C-BDDBFFF52691}"/>
              </a:ext>
            </a:extLst>
          </p:cNvPr>
          <p:cNvSpPr/>
          <p:nvPr/>
        </p:nvSpPr>
        <p:spPr>
          <a:xfrm>
            <a:off x="10475944" y="944471"/>
            <a:ext cx="681390" cy="953553"/>
          </a:xfrm>
          <a:prstGeom prst="parallelogram">
            <a:avLst>
              <a:gd name="adj" fmla="val 43597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Параллелограмм 57">
            <a:extLst>
              <a:ext uri="{FF2B5EF4-FFF2-40B4-BE49-F238E27FC236}">
                <a16:creationId xmlns:a16="http://schemas.microsoft.com/office/drawing/2014/main" id="{9B890B7F-CED5-C294-C747-843DA912CE11}"/>
              </a:ext>
            </a:extLst>
          </p:cNvPr>
          <p:cNvSpPr/>
          <p:nvPr/>
        </p:nvSpPr>
        <p:spPr>
          <a:xfrm>
            <a:off x="10187847" y="462183"/>
            <a:ext cx="1822329" cy="316095"/>
          </a:xfrm>
          <a:prstGeom prst="parallelogram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араллелограмм 58">
            <a:extLst>
              <a:ext uri="{FF2B5EF4-FFF2-40B4-BE49-F238E27FC236}">
                <a16:creationId xmlns:a16="http://schemas.microsoft.com/office/drawing/2014/main" id="{FE2C7B4F-45CE-C91C-FE89-B70DA2F0B2A9}"/>
              </a:ext>
            </a:extLst>
          </p:cNvPr>
          <p:cNvSpPr/>
          <p:nvPr/>
        </p:nvSpPr>
        <p:spPr>
          <a:xfrm>
            <a:off x="9967377" y="526026"/>
            <a:ext cx="681390" cy="953553"/>
          </a:xfrm>
          <a:prstGeom prst="parallelogram">
            <a:avLst>
              <a:gd name="adj" fmla="val 43597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Параллелограмм 59">
            <a:extLst>
              <a:ext uri="{FF2B5EF4-FFF2-40B4-BE49-F238E27FC236}">
                <a16:creationId xmlns:a16="http://schemas.microsoft.com/office/drawing/2014/main" id="{47FA523C-4E9A-DD2B-F282-48467A850672}"/>
              </a:ext>
            </a:extLst>
          </p:cNvPr>
          <p:cNvSpPr/>
          <p:nvPr/>
        </p:nvSpPr>
        <p:spPr>
          <a:xfrm>
            <a:off x="8033121" y="5789805"/>
            <a:ext cx="1810308" cy="316095"/>
          </a:xfrm>
          <a:prstGeom prst="parallelogram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Параллелограмм 60">
            <a:extLst>
              <a:ext uri="{FF2B5EF4-FFF2-40B4-BE49-F238E27FC236}">
                <a16:creationId xmlns:a16="http://schemas.microsoft.com/office/drawing/2014/main" id="{3839D0BB-3B22-3572-F43C-8414AA4CBE58}"/>
              </a:ext>
            </a:extLst>
          </p:cNvPr>
          <p:cNvSpPr/>
          <p:nvPr/>
        </p:nvSpPr>
        <p:spPr>
          <a:xfrm>
            <a:off x="9357915" y="5443244"/>
            <a:ext cx="576031" cy="662656"/>
          </a:xfrm>
          <a:prstGeom prst="parallelogram">
            <a:avLst>
              <a:gd name="adj" fmla="val 30181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Параллелограмм 61">
            <a:extLst>
              <a:ext uri="{FF2B5EF4-FFF2-40B4-BE49-F238E27FC236}">
                <a16:creationId xmlns:a16="http://schemas.microsoft.com/office/drawing/2014/main" id="{BCDA2CA3-7E30-95C7-47CD-068303BE5316}"/>
              </a:ext>
            </a:extLst>
          </p:cNvPr>
          <p:cNvSpPr/>
          <p:nvPr/>
        </p:nvSpPr>
        <p:spPr>
          <a:xfrm>
            <a:off x="9087357" y="5064969"/>
            <a:ext cx="2945409" cy="316095"/>
          </a:xfrm>
          <a:prstGeom prst="parallelogram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араллелограмм 62">
            <a:extLst>
              <a:ext uri="{FF2B5EF4-FFF2-40B4-BE49-F238E27FC236}">
                <a16:creationId xmlns:a16="http://schemas.microsoft.com/office/drawing/2014/main" id="{F4611A5C-0EE0-9110-2888-3CA81CF52C37}"/>
              </a:ext>
            </a:extLst>
          </p:cNvPr>
          <p:cNvSpPr/>
          <p:nvPr/>
        </p:nvSpPr>
        <p:spPr>
          <a:xfrm>
            <a:off x="8973489" y="5064969"/>
            <a:ext cx="576031" cy="662656"/>
          </a:xfrm>
          <a:prstGeom prst="parallelogram">
            <a:avLst>
              <a:gd name="adj" fmla="val 30181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1396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араллелограмм 15">
            <a:extLst>
              <a:ext uri="{FF2B5EF4-FFF2-40B4-BE49-F238E27FC236}">
                <a16:creationId xmlns:a16="http://schemas.microsoft.com/office/drawing/2014/main" id="{2F69B884-62AC-C770-25C1-6EB7E090534F}"/>
              </a:ext>
            </a:extLst>
          </p:cNvPr>
          <p:cNvSpPr/>
          <p:nvPr/>
        </p:nvSpPr>
        <p:spPr>
          <a:xfrm>
            <a:off x="-263118" y="631631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араллелограмм 16">
            <a:extLst>
              <a:ext uri="{FF2B5EF4-FFF2-40B4-BE49-F238E27FC236}">
                <a16:creationId xmlns:a16="http://schemas.microsoft.com/office/drawing/2014/main" id="{0320F37B-6EC2-D3C9-6223-7D087E129C21}"/>
              </a:ext>
            </a:extLst>
          </p:cNvPr>
          <p:cNvSpPr/>
          <p:nvPr/>
        </p:nvSpPr>
        <p:spPr>
          <a:xfrm>
            <a:off x="107360" y="6316311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араллелограмм 17">
            <a:extLst>
              <a:ext uri="{FF2B5EF4-FFF2-40B4-BE49-F238E27FC236}">
                <a16:creationId xmlns:a16="http://schemas.microsoft.com/office/drawing/2014/main" id="{8393BE49-4403-4EAB-DE75-98E5013479DE}"/>
              </a:ext>
            </a:extLst>
          </p:cNvPr>
          <p:cNvSpPr/>
          <p:nvPr/>
        </p:nvSpPr>
        <p:spPr>
          <a:xfrm>
            <a:off x="534988" y="630227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араллелограмм 18">
            <a:extLst>
              <a:ext uri="{FF2B5EF4-FFF2-40B4-BE49-F238E27FC236}">
                <a16:creationId xmlns:a16="http://schemas.microsoft.com/office/drawing/2014/main" id="{DF07975C-F616-65C1-F56F-BE9B51693BD4}"/>
              </a:ext>
            </a:extLst>
          </p:cNvPr>
          <p:cNvSpPr/>
          <p:nvPr/>
        </p:nvSpPr>
        <p:spPr>
          <a:xfrm>
            <a:off x="905466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араллелограмм 19">
            <a:extLst>
              <a:ext uri="{FF2B5EF4-FFF2-40B4-BE49-F238E27FC236}">
                <a16:creationId xmlns:a16="http://schemas.microsoft.com/office/drawing/2014/main" id="{0B9A45EC-68C7-A876-DEB2-9A793DA395BF}"/>
              </a:ext>
            </a:extLst>
          </p:cNvPr>
          <p:cNvSpPr/>
          <p:nvPr/>
        </p:nvSpPr>
        <p:spPr>
          <a:xfrm>
            <a:off x="1285917" y="630227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араллелограмм 20">
            <a:extLst>
              <a:ext uri="{FF2B5EF4-FFF2-40B4-BE49-F238E27FC236}">
                <a16:creationId xmlns:a16="http://schemas.microsoft.com/office/drawing/2014/main" id="{8241AE96-AED5-BF6D-1E86-96C198236366}"/>
              </a:ext>
            </a:extLst>
          </p:cNvPr>
          <p:cNvSpPr/>
          <p:nvPr/>
        </p:nvSpPr>
        <p:spPr>
          <a:xfrm>
            <a:off x="1656395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араллелограмм 21">
            <a:extLst>
              <a:ext uri="{FF2B5EF4-FFF2-40B4-BE49-F238E27FC236}">
                <a16:creationId xmlns:a16="http://schemas.microsoft.com/office/drawing/2014/main" id="{8BCCA6A7-BF35-DEDA-AD5F-D5A7428B3C59}"/>
              </a:ext>
            </a:extLst>
          </p:cNvPr>
          <p:cNvSpPr/>
          <p:nvPr/>
        </p:nvSpPr>
        <p:spPr>
          <a:xfrm>
            <a:off x="2018666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араллелограмм 22">
            <a:extLst>
              <a:ext uri="{FF2B5EF4-FFF2-40B4-BE49-F238E27FC236}">
                <a16:creationId xmlns:a16="http://schemas.microsoft.com/office/drawing/2014/main" id="{CC67616A-DB09-396A-A982-82368816AC8C}"/>
              </a:ext>
            </a:extLst>
          </p:cNvPr>
          <p:cNvSpPr/>
          <p:nvPr/>
        </p:nvSpPr>
        <p:spPr>
          <a:xfrm>
            <a:off x="2389144" y="630227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араллелограмм 23">
            <a:extLst>
              <a:ext uri="{FF2B5EF4-FFF2-40B4-BE49-F238E27FC236}">
                <a16:creationId xmlns:a16="http://schemas.microsoft.com/office/drawing/2014/main" id="{08E5E3BB-277C-57D3-CB3B-998DD2414B1B}"/>
              </a:ext>
            </a:extLst>
          </p:cNvPr>
          <p:cNvSpPr/>
          <p:nvPr/>
        </p:nvSpPr>
        <p:spPr>
          <a:xfrm>
            <a:off x="2816772" y="628824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араллелограмм 24">
            <a:extLst>
              <a:ext uri="{FF2B5EF4-FFF2-40B4-BE49-F238E27FC236}">
                <a16:creationId xmlns:a16="http://schemas.microsoft.com/office/drawing/2014/main" id="{CA82AB9D-7B23-FBE4-A94A-66EC19737217}"/>
              </a:ext>
            </a:extLst>
          </p:cNvPr>
          <p:cNvSpPr/>
          <p:nvPr/>
        </p:nvSpPr>
        <p:spPr>
          <a:xfrm>
            <a:off x="3187250" y="628824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араллелограмм 25">
            <a:extLst>
              <a:ext uri="{FF2B5EF4-FFF2-40B4-BE49-F238E27FC236}">
                <a16:creationId xmlns:a16="http://schemas.microsoft.com/office/drawing/2014/main" id="{54D05DBC-1ED9-7C00-494C-C01BE071F507}"/>
              </a:ext>
            </a:extLst>
          </p:cNvPr>
          <p:cNvSpPr/>
          <p:nvPr/>
        </p:nvSpPr>
        <p:spPr>
          <a:xfrm>
            <a:off x="3567701" y="628824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араллелограмм 26">
            <a:extLst>
              <a:ext uri="{FF2B5EF4-FFF2-40B4-BE49-F238E27FC236}">
                <a16:creationId xmlns:a16="http://schemas.microsoft.com/office/drawing/2014/main" id="{0C0CFE45-9EB2-95C8-146B-BB504B91A052}"/>
              </a:ext>
            </a:extLst>
          </p:cNvPr>
          <p:cNvSpPr/>
          <p:nvPr/>
        </p:nvSpPr>
        <p:spPr>
          <a:xfrm>
            <a:off x="3938179" y="628824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араллелограмм 27">
            <a:extLst>
              <a:ext uri="{FF2B5EF4-FFF2-40B4-BE49-F238E27FC236}">
                <a16:creationId xmlns:a16="http://schemas.microsoft.com/office/drawing/2014/main" id="{E142893B-4949-72F9-75A1-C635906DAC29}"/>
              </a:ext>
            </a:extLst>
          </p:cNvPr>
          <p:cNvSpPr/>
          <p:nvPr/>
        </p:nvSpPr>
        <p:spPr>
          <a:xfrm>
            <a:off x="4306899" y="626896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араллелограмм 28">
            <a:extLst>
              <a:ext uri="{FF2B5EF4-FFF2-40B4-BE49-F238E27FC236}">
                <a16:creationId xmlns:a16="http://schemas.microsoft.com/office/drawing/2014/main" id="{18D70781-E13F-0B01-6428-30C61D7EF00E}"/>
              </a:ext>
            </a:extLst>
          </p:cNvPr>
          <p:cNvSpPr/>
          <p:nvPr/>
        </p:nvSpPr>
        <p:spPr>
          <a:xfrm>
            <a:off x="4677377" y="62689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араллелограмм 29">
            <a:extLst>
              <a:ext uri="{FF2B5EF4-FFF2-40B4-BE49-F238E27FC236}">
                <a16:creationId xmlns:a16="http://schemas.microsoft.com/office/drawing/2014/main" id="{FF6E0840-C5E7-274E-B820-9EEB02D3298A}"/>
              </a:ext>
            </a:extLst>
          </p:cNvPr>
          <p:cNvSpPr/>
          <p:nvPr/>
        </p:nvSpPr>
        <p:spPr>
          <a:xfrm>
            <a:off x="5105005" y="625493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араллелограмм 30">
            <a:extLst>
              <a:ext uri="{FF2B5EF4-FFF2-40B4-BE49-F238E27FC236}">
                <a16:creationId xmlns:a16="http://schemas.microsoft.com/office/drawing/2014/main" id="{BEF58E85-3D49-D2C5-AB2D-7F38985760A9}"/>
              </a:ext>
            </a:extLst>
          </p:cNvPr>
          <p:cNvSpPr/>
          <p:nvPr/>
        </p:nvSpPr>
        <p:spPr>
          <a:xfrm>
            <a:off x="5475483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араллелограмм 31">
            <a:extLst>
              <a:ext uri="{FF2B5EF4-FFF2-40B4-BE49-F238E27FC236}">
                <a16:creationId xmlns:a16="http://schemas.microsoft.com/office/drawing/2014/main" id="{5A23FC50-2952-EF84-815D-AB15D6A50E35}"/>
              </a:ext>
            </a:extLst>
          </p:cNvPr>
          <p:cNvSpPr/>
          <p:nvPr/>
        </p:nvSpPr>
        <p:spPr>
          <a:xfrm>
            <a:off x="5855934" y="625493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араллелограмм 32">
            <a:extLst>
              <a:ext uri="{FF2B5EF4-FFF2-40B4-BE49-F238E27FC236}">
                <a16:creationId xmlns:a16="http://schemas.microsoft.com/office/drawing/2014/main" id="{CEA87546-20A1-4797-1030-0ADFE0F5F528}"/>
              </a:ext>
            </a:extLst>
          </p:cNvPr>
          <p:cNvSpPr/>
          <p:nvPr/>
        </p:nvSpPr>
        <p:spPr>
          <a:xfrm>
            <a:off x="6226412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араллелограмм 33">
            <a:extLst>
              <a:ext uri="{FF2B5EF4-FFF2-40B4-BE49-F238E27FC236}">
                <a16:creationId xmlns:a16="http://schemas.microsoft.com/office/drawing/2014/main" id="{164A3111-6783-DB01-BCF9-976FBED8DE44}"/>
              </a:ext>
            </a:extLst>
          </p:cNvPr>
          <p:cNvSpPr/>
          <p:nvPr/>
        </p:nvSpPr>
        <p:spPr>
          <a:xfrm>
            <a:off x="6588683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араллелограмм 34">
            <a:extLst>
              <a:ext uri="{FF2B5EF4-FFF2-40B4-BE49-F238E27FC236}">
                <a16:creationId xmlns:a16="http://schemas.microsoft.com/office/drawing/2014/main" id="{0A60E7C4-E692-9122-8E10-F3AC26B7893A}"/>
              </a:ext>
            </a:extLst>
          </p:cNvPr>
          <p:cNvSpPr/>
          <p:nvPr/>
        </p:nvSpPr>
        <p:spPr>
          <a:xfrm>
            <a:off x="6959161" y="625493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араллелограмм 35">
            <a:extLst>
              <a:ext uri="{FF2B5EF4-FFF2-40B4-BE49-F238E27FC236}">
                <a16:creationId xmlns:a16="http://schemas.microsoft.com/office/drawing/2014/main" id="{E6DD9F66-51BF-BA11-74CA-020EAE023EC1}"/>
              </a:ext>
            </a:extLst>
          </p:cNvPr>
          <p:cNvSpPr/>
          <p:nvPr/>
        </p:nvSpPr>
        <p:spPr>
          <a:xfrm>
            <a:off x="7386789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араллелограмм 36">
            <a:extLst>
              <a:ext uri="{FF2B5EF4-FFF2-40B4-BE49-F238E27FC236}">
                <a16:creationId xmlns:a16="http://schemas.microsoft.com/office/drawing/2014/main" id="{16D3A8BA-AD4B-377C-3640-167E867F4E5C}"/>
              </a:ext>
            </a:extLst>
          </p:cNvPr>
          <p:cNvSpPr/>
          <p:nvPr/>
        </p:nvSpPr>
        <p:spPr>
          <a:xfrm>
            <a:off x="7757267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араллелограмм 37">
            <a:extLst>
              <a:ext uri="{FF2B5EF4-FFF2-40B4-BE49-F238E27FC236}">
                <a16:creationId xmlns:a16="http://schemas.microsoft.com/office/drawing/2014/main" id="{C37E7A90-C03F-044D-013D-F3B31A285C01}"/>
              </a:ext>
            </a:extLst>
          </p:cNvPr>
          <p:cNvSpPr/>
          <p:nvPr/>
        </p:nvSpPr>
        <p:spPr>
          <a:xfrm>
            <a:off x="8137718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араллелограмм 38">
            <a:extLst>
              <a:ext uri="{FF2B5EF4-FFF2-40B4-BE49-F238E27FC236}">
                <a16:creationId xmlns:a16="http://schemas.microsoft.com/office/drawing/2014/main" id="{394FF4A7-3094-57C7-F753-D0054B957D29}"/>
              </a:ext>
            </a:extLst>
          </p:cNvPr>
          <p:cNvSpPr/>
          <p:nvPr/>
        </p:nvSpPr>
        <p:spPr>
          <a:xfrm>
            <a:off x="8508196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араллелограмм 39">
            <a:extLst>
              <a:ext uri="{FF2B5EF4-FFF2-40B4-BE49-F238E27FC236}">
                <a16:creationId xmlns:a16="http://schemas.microsoft.com/office/drawing/2014/main" id="{3D6822CF-F941-609D-551E-DB7F6AC06FBA}"/>
              </a:ext>
            </a:extLst>
          </p:cNvPr>
          <p:cNvSpPr/>
          <p:nvPr/>
        </p:nvSpPr>
        <p:spPr>
          <a:xfrm>
            <a:off x="7732680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араллелограмм 40">
            <a:extLst>
              <a:ext uri="{FF2B5EF4-FFF2-40B4-BE49-F238E27FC236}">
                <a16:creationId xmlns:a16="http://schemas.microsoft.com/office/drawing/2014/main" id="{2F01410A-7D9B-CBE0-5B3F-76089B062C54}"/>
              </a:ext>
            </a:extLst>
          </p:cNvPr>
          <p:cNvSpPr/>
          <p:nvPr/>
        </p:nvSpPr>
        <p:spPr>
          <a:xfrm>
            <a:off x="8103158" y="625493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араллелограмм 41">
            <a:extLst>
              <a:ext uri="{FF2B5EF4-FFF2-40B4-BE49-F238E27FC236}">
                <a16:creationId xmlns:a16="http://schemas.microsoft.com/office/drawing/2014/main" id="{4BB6B43A-3D43-46DB-7455-B02864A079BC}"/>
              </a:ext>
            </a:extLst>
          </p:cNvPr>
          <p:cNvSpPr/>
          <p:nvPr/>
        </p:nvSpPr>
        <p:spPr>
          <a:xfrm>
            <a:off x="8530786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араллелограмм 42">
            <a:extLst>
              <a:ext uri="{FF2B5EF4-FFF2-40B4-BE49-F238E27FC236}">
                <a16:creationId xmlns:a16="http://schemas.microsoft.com/office/drawing/2014/main" id="{3A6B0961-E244-D215-283C-2D9EBD8B17C0}"/>
              </a:ext>
            </a:extLst>
          </p:cNvPr>
          <p:cNvSpPr/>
          <p:nvPr/>
        </p:nvSpPr>
        <p:spPr>
          <a:xfrm>
            <a:off x="8901264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араллелограмм 43">
            <a:extLst>
              <a:ext uri="{FF2B5EF4-FFF2-40B4-BE49-F238E27FC236}">
                <a16:creationId xmlns:a16="http://schemas.microsoft.com/office/drawing/2014/main" id="{CA38782C-1F78-2D1F-2D66-2CA0B8698FCC}"/>
              </a:ext>
            </a:extLst>
          </p:cNvPr>
          <p:cNvSpPr/>
          <p:nvPr/>
        </p:nvSpPr>
        <p:spPr>
          <a:xfrm>
            <a:off x="9281715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араллелограмм 44">
            <a:extLst>
              <a:ext uri="{FF2B5EF4-FFF2-40B4-BE49-F238E27FC236}">
                <a16:creationId xmlns:a16="http://schemas.microsoft.com/office/drawing/2014/main" id="{8CBCD80B-9E81-0120-FE89-B64D6A1E116E}"/>
              </a:ext>
            </a:extLst>
          </p:cNvPr>
          <p:cNvSpPr/>
          <p:nvPr/>
        </p:nvSpPr>
        <p:spPr>
          <a:xfrm>
            <a:off x="9652193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араллелограмм 45">
            <a:extLst>
              <a:ext uri="{FF2B5EF4-FFF2-40B4-BE49-F238E27FC236}">
                <a16:creationId xmlns:a16="http://schemas.microsoft.com/office/drawing/2014/main" id="{D9B35AD7-6782-DFCB-0E0A-930F0F05CBCE}"/>
              </a:ext>
            </a:extLst>
          </p:cNvPr>
          <p:cNvSpPr/>
          <p:nvPr/>
        </p:nvSpPr>
        <p:spPr>
          <a:xfrm>
            <a:off x="10014464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араллелограмм 46">
            <a:extLst>
              <a:ext uri="{FF2B5EF4-FFF2-40B4-BE49-F238E27FC236}">
                <a16:creationId xmlns:a16="http://schemas.microsoft.com/office/drawing/2014/main" id="{4D821988-9F6B-386B-A987-C6696A0A6270}"/>
              </a:ext>
            </a:extLst>
          </p:cNvPr>
          <p:cNvSpPr/>
          <p:nvPr/>
        </p:nvSpPr>
        <p:spPr>
          <a:xfrm>
            <a:off x="10384942" y="624089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араллелограмм 47">
            <a:extLst>
              <a:ext uri="{FF2B5EF4-FFF2-40B4-BE49-F238E27FC236}">
                <a16:creationId xmlns:a16="http://schemas.microsoft.com/office/drawing/2014/main" id="{B349CB6D-B0EB-9EFE-637D-CD1F2F0D1499}"/>
              </a:ext>
            </a:extLst>
          </p:cNvPr>
          <p:cNvSpPr/>
          <p:nvPr/>
        </p:nvSpPr>
        <p:spPr>
          <a:xfrm>
            <a:off x="10812570" y="62268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араллелограмм 48">
            <a:extLst>
              <a:ext uri="{FF2B5EF4-FFF2-40B4-BE49-F238E27FC236}">
                <a16:creationId xmlns:a16="http://schemas.microsoft.com/office/drawing/2014/main" id="{2F55E7D6-F27F-7DA7-C185-96A277457D9F}"/>
              </a:ext>
            </a:extLst>
          </p:cNvPr>
          <p:cNvSpPr/>
          <p:nvPr/>
        </p:nvSpPr>
        <p:spPr>
          <a:xfrm>
            <a:off x="11183048" y="622686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араллелограмм 49">
            <a:extLst>
              <a:ext uri="{FF2B5EF4-FFF2-40B4-BE49-F238E27FC236}">
                <a16:creationId xmlns:a16="http://schemas.microsoft.com/office/drawing/2014/main" id="{CEF2C926-85D8-7082-7A27-9812A73ACEC7}"/>
              </a:ext>
            </a:extLst>
          </p:cNvPr>
          <p:cNvSpPr/>
          <p:nvPr/>
        </p:nvSpPr>
        <p:spPr>
          <a:xfrm>
            <a:off x="11563499" y="62268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араллелограмм 50">
            <a:extLst>
              <a:ext uri="{FF2B5EF4-FFF2-40B4-BE49-F238E27FC236}">
                <a16:creationId xmlns:a16="http://schemas.microsoft.com/office/drawing/2014/main" id="{7516D16B-DF9C-546B-DDA7-55D9DA09043A}"/>
              </a:ext>
            </a:extLst>
          </p:cNvPr>
          <p:cNvSpPr/>
          <p:nvPr/>
        </p:nvSpPr>
        <p:spPr>
          <a:xfrm>
            <a:off x="11933977" y="622686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B0F64-911F-A2EB-7F41-9C0588C6E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033" y="28639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 Black" panose="020B0A04020102020204" pitchFamily="34" charset="0"/>
              </a:rPr>
              <a:t>Задачи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70FDD95-FE55-7716-B375-7D4FBA8BD1ED}"/>
              </a:ext>
            </a:extLst>
          </p:cNvPr>
          <p:cNvSpPr/>
          <p:nvPr/>
        </p:nvSpPr>
        <p:spPr>
          <a:xfrm>
            <a:off x="11156043" y="2725058"/>
            <a:ext cx="667657" cy="499105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F05AC79-0AB4-ABBB-4253-84D7D8B3483B}"/>
              </a:ext>
            </a:extLst>
          </p:cNvPr>
          <p:cNvSpPr/>
          <p:nvPr/>
        </p:nvSpPr>
        <p:spPr>
          <a:xfrm>
            <a:off x="11156042" y="251618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7E1875B-522A-E9D8-2492-59C0B343792F}"/>
              </a:ext>
            </a:extLst>
          </p:cNvPr>
          <p:cNvSpPr/>
          <p:nvPr/>
        </p:nvSpPr>
        <p:spPr>
          <a:xfrm>
            <a:off x="11156042" y="2344126"/>
            <a:ext cx="667657" cy="8871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DE9837E-C8DE-82AD-C927-CCDB5D15F9C4}"/>
              </a:ext>
            </a:extLst>
          </p:cNvPr>
          <p:cNvSpPr/>
          <p:nvPr/>
        </p:nvSpPr>
        <p:spPr>
          <a:xfrm>
            <a:off x="11156042" y="1889918"/>
            <a:ext cx="667657" cy="49631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F7EFE50-F3D0-67F7-F0FA-E44E175621AB}"/>
              </a:ext>
            </a:extLst>
          </p:cNvPr>
          <p:cNvSpPr/>
          <p:nvPr/>
        </p:nvSpPr>
        <p:spPr>
          <a:xfrm>
            <a:off x="11156042" y="1741125"/>
            <a:ext cx="667657" cy="7082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05C5C2A-B595-1C61-F2A9-F81F532A648C}"/>
              </a:ext>
            </a:extLst>
          </p:cNvPr>
          <p:cNvSpPr/>
          <p:nvPr/>
        </p:nvSpPr>
        <p:spPr>
          <a:xfrm>
            <a:off x="11156042" y="1213644"/>
            <a:ext cx="667657" cy="44057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83F7C13-D82D-DC2A-1348-CFBED652EED4}"/>
              </a:ext>
            </a:extLst>
          </p:cNvPr>
          <p:cNvSpPr/>
          <p:nvPr/>
        </p:nvSpPr>
        <p:spPr>
          <a:xfrm>
            <a:off x="11156041" y="98847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DFA5F41-9698-810B-9987-CA93C8F9EFF4}"/>
              </a:ext>
            </a:extLst>
          </p:cNvPr>
          <p:cNvSpPr/>
          <p:nvPr/>
        </p:nvSpPr>
        <p:spPr>
          <a:xfrm>
            <a:off x="11156040" y="764791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B7F60AB-D789-60A6-0921-BEE9C3EAA81D}"/>
              </a:ext>
            </a:extLst>
          </p:cNvPr>
          <p:cNvSpPr/>
          <p:nvPr/>
        </p:nvSpPr>
        <p:spPr>
          <a:xfrm>
            <a:off x="11156040" y="388077"/>
            <a:ext cx="667657" cy="27914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FE16A36-8506-4879-F821-1E8AE8102864}"/>
              </a:ext>
            </a:extLst>
          </p:cNvPr>
          <p:cNvSpPr/>
          <p:nvPr/>
        </p:nvSpPr>
        <p:spPr>
          <a:xfrm>
            <a:off x="11156039" y="213414"/>
            <a:ext cx="667657" cy="77567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05E7FE0-8B09-FB9B-B153-47E895151AC7}"/>
              </a:ext>
            </a:extLst>
          </p:cNvPr>
          <p:cNvSpPr/>
          <p:nvPr/>
        </p:nvSpPr>
        <p:spPr>
          <a:xfrm>
            <a:off x="11156039" y="-5748"/>
            <a:ext cx="667657" cy="13799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7CA356-C995-23CA-4ABB-73F542F8A627}"/>
              </a:ext>
            </a:extLst>
          </p:cNvPr>
          <p:cNvSpPr/>
          <p:nvPr/>
        </p:nvSpPr>
        <p:spPr>
          <a:xfrm>
            <a:off x="11156038" y="-229436"/>
            <a:ext cx="667657" cy="12033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8EAA94BC-E6ED-C26A-0F77-D1ED2C12941B}"/>
              </a:ext>
            </a:extLst>
          </p:cNvPr>
          <p:cNvSpPr/>
          <p:nvPr/>
        </p:nvSpPr>
        <p:spPr>
          <a:xfrm>
            <a:off x="11156037" y="2065430"/>
            <a:ext cx="667657" cy="198962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10C20D17-0310-23B8-E420-60044709685E}"/>
              </a:ext>
            </a:extLst>
          </p:cNvPr>
          <p:cNvSpPr/>
          <p:nvPr/>
        </p:nvSpPr>
        <p:spPr>
          <a:xfrm>
            <a:off x="1853888" y="1307130"/>
            <a:ext cx="3823173" cy="90711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lvl="0" algn="ctr">
              <a:tabLst>
                <a:tab pos="630555" algn="l"/>
              </a:tabLst>
            </a:pPr>
            <a:r>
              <a:rPr lang="ru-RU" sz="2000" dirty="0">
                <a:solidFill>
                  <a:schemeClr val="tx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Анал</a:t>
            </a:r>
            <a:r>
              <a:rPr lang="ru-RU" sz="2000" dirty="0">
                <a:solidFill>
                  <a:schemeClr val="tx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из существующих решений</a:t>
            </a:r>
            <a:endParaRPr lang="ru-RU" sz="2000" dirty="0">
              <a:solidFill>
                <a:schemeClr val="tx1"/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5" name="Параллелограмм 64">
            <a:extLst>
              <a:ext uri="{FF2B5EF4-FFF2-40B4-BE49-F238E27FC236}">
                <a16:creationId xmlns:a16="http://schemas.microsoft.com/office/drawing/2014/main" id="{8250722D-0730-CC11-3FAE-4B32A1D00690}"/>
              </a:ext>
            </a:extLst>
          </p:cNvPr>
          <p:cNvSpPr/>
          <p:nvPr/>
        </p:nvSpPr>
        <p:spPr>
          <a:xfrm>
            <a:off x="9851091" y="404462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араллелограмм 65">
            <a:extLst>
              <a:ext uri="{FF2B5EF4-FFF2-40B4-BE49-F238E27FC236}">
                <a16:creationId xmlns:a16="http://schemas.microsoft.com/office/drawing/2014/main" id="{5B81AD75-38CB-4E9D-00A9-94A7496C489D}"/>
              </a:ext>
            </a:extLst>
          </p:cNvPr>
          <p:cNvSpPr/>
          <p:nvPr/>
        </p:nvSpPr>
        <p:spPr>
          <a:xfrm>
            <a:off x="10221569" y="404461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араллелограмм 66">
            <a:extLst>
              <a:ext uri="{FF2B5EF4-FFF2-40B4-BE49-F238E27FC236}">
                <a16:creationId xmlns:a16="http://schemas.microsoft.com/office/drawing/2014/main" id="{F2AAECA3-A1D0-2115-7E89-0E7C50E7E071}"/>
              </a:ext>
            </a:extLst>
          </p:cNvPr>
          <p:cNvSpPr/>
          <p:nvPr/>
        </p:nvSpPr>
        <p:spPr>
          <a:xfrm>
            <a:off x="10649197" y="390429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Параллелограмм 67">
            <a:extLst>
              <a:ext uri="{FF2B5EF4-FFF2-40B4-BE49-F238E27FC236}">
                <a16:creationId xmlns:a16="http://schemas.microsoft.com/office/drawing/2014/main" id="{D984A4FF-AE65-D409-A537-BE0C089C7300}"/>
              </a:ext>
            </a:extLst>
          </p:cNvPr>
          <p:cNvSpPr/>
          <p:nvPr/>
        </p:nvSpPr>
        <p:spPr>
          <a:xfrm>
            <a:off x="11019675" y="390428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араллелограмм 68">
            <a:extLst>
              <a:ext uri="{FF2B5EF4-FFF2-40B4-BE49-F238E27FC236}">
                <a16:creationId xmlns:a16="http://schemas.microsoft.com/office/drawing/2014/main" id="{C8234AE8-F366-0B48-D1E1-910D02D3F7BB}"/>
              </a:ext>
            </a:extLst>
          </p:cNvPr>
          <p:cNvSpPr/>
          <p:nvPr/>
        </p:nvSpPr>
        <p:spPr>
          <a:xfrm>
            <a:off x="11400126" y="390429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араллелограмм 69">
            <a:extLst>
              <a:ext uri="{FF2B5EF4-FFF2-40B4-BE49-F238E27FC236}">
                <a16:creationId xmlns:a16="http://schemas.microsoft.com/office/drawing/2014/main" id="{B412733A-6BA0-07B4-775B-7EC83ECCDA54}"/>
              </a:ext>
            </a:extLst>
          </p:cNvPr>
          <p:cNvSpPr/>
          <p:nvPr/>
        </p:nvSpPr>
        <p:spPr>
          <a:xfrm>
            <a:off x="11770604" y="390428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Прямоугольник: скругленные углы 73">
            <a:extLst>
              <a:ext uri="{FF2B5EF4-FFF2-40B4-BE49-F238E27FC236}">
                <a16:creationId xmlns:a16="http://schemas.microsoft.com/office/drawing/2014/main" id="{60555E95-1F7F-1E17-54C9-D47AD685DD47}"/>
              </a:ext>
            </a:extLst>
          </p:cNvPr>
          <p:cNvSpPr/>
          <p:nvPr/>
        </p:nvSpPr>
        <p:spPr>
          <a:xfrm>
            <a:off x="5475202" y="1811949"/>
            <a:ext cx="3823173" cy="90711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lvl="0" algn="ctr">
              <a:tabLst>
                <a:tab pos="630555" algn="l"/>
              </a:tabLst>
            </a:pPr>
            <a:r>
              <a:rPr lang="ru-RU" sz="2000" dirty="0">
                <a:solidFill>
                  <a:schemeClr val="tx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Выбор стека технологий</a:t>
            </a:r>
          </a:p>
        </p:txBody>
      </p:sp>
      <p:sp>
        <p:nvSpPr>
          <p:cNvPr id="75" name="Прямоугольник: скругленные углы 74">
            <a:extLst>
              <a:ext uri="{FF2B5EF4-FFF2-40B4-BE49-F238E27FC236}">
                <a16:creationId xmlns:a16="http://schemas.microsoft.com/office/drawing/2014/main" id="{06323E07-3C87-287D-DCBC-E9A4DA2DFB97}"/>
              </a:ext>
            </a:extLst>
          </p:cNvPr>
          <p:cNvSpPr/>
          <p:nvPr/>
        </p:nvSpPr>
        <p:spPr>
          <a:xfrm>
            <a:off x="1952224" y="2528865"/>
            <a:ext cx="3823173" cy="90711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lvl="0" algn="ctr">
              <a:tabLst>
                <a:tab pos="630555" algn="l"/>
              </a:tabLst>
            </a:pPr>
            <a:r>
              <a:rPr lang="ru-RU" sz="2000" dirty="0">
                <a:solidFill>
                  <a:schemeClr val="tx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Проектировка БД</a:t>
            </a:r>
          </a:p>
        </p:txBody>
      </p:sp>
      <p:sp>
        <p:nvSpPr>
          <p:cNvPr id="76" name="Прямоугольник: скругленные углы 75">
            <a:extLst>
              <a:ext uri="{FF2B5EF4-FFF2-40B4-BE49-F238E27FC236}">
                <a16:creationId xmlns:a16="http://schemas.microsoft.com/office/drawing/2014/main" id="{5035DD6E-DF37-4144-699C-EDA4E7AD4B93}"/>
              </a:ext>
            </a:extLst>
          </p:cNvPr>
          <p:cNvSpPr/>
          <p:nvPr/>
        </p:nvSpPr>
        <p:spPr>
          <a:xfrm>
            <a:off x="5475201" y="3234306"/>
            <a:ext cx="3823173" cy="90711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lvl="0" algn="ctr">
              <a:tabLst>
                <a:tab pos="630555" algn="l"/>
              </a:tabLst>
            </a:pPr>
            <a:r>
              <a:rPr lang="ru-RU" sz="2000" dirty="0">
                <a:solidFill>
                  <a:schemeClr val="tx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Пользовательская часть</a:t>
            </a:r>
          </a:p>
        </p:txBody>
      </p:sp>
      <p:sp>
        <p:nvSpPr>
          <p:cNvPr id="77" name="Прямоугольник: скругленные углы 76">
            <a:extLst>
              <a:ext uri="{FF2B5EF4-FFF2-40B4-BE49-F238E27FC236}">
                <a16:creationId xmlns:a16="http://schemas.microsoft.com/office/drawing/2014/main" id="{64F3E917-5E5C-D4B5-B36C-EA26FA097E2B}"/>
              </a:ext>
            </a:extLst>
          </p:cNvPr>
          <p:cNvSpPr/>
          <p:nvPr/>
        </p:nvSpPr>
        <p:spPr>
          <a:xfrm>
            <a:off x="2007974" y="3954828"/>
            <a:ext cx="3823173" cy="90711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lvl="0" algn="ctr">
              <a:tabLst>
                <a:tab pos="630555" algn="l"/>
              </a:tabLst>
            </a:pPr>
            <a:r>
              <a:rPr lang="ru-RU" sz="2000" dirty="0" err="1">
                <a:solidFill>
                  <a:schemeClr val="tx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Админская</a:t>
            </a:r>
            <a:r>
              <a:rPr lang="ru-RU" sz="2000" dirty="0">
                <a:solidFill>
                  <a:schemeClr val="tx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часть</a:t>
            </a:r>
          </a:p>
        </p:txBody>
      </p:sp>
      <p:sp>
        <p:nvSpPr>
          <p:cNvPr id="78" name="Прямоугольник: скругленные углы 77">
            <a:extLst>
              <a:ext uri="{FF2B5EF4-FFF2-40B4-BE49-F238E27FC236}">
                <a16:creationId xmlns:a16="http://schemas.microsoft.com/office/drawing/2014/main" id="{4BEEED8B-ACFD-923F-9598-6C7A35453150}"/>
              </a:ext>
            </a:extLst>
          </p:cNvPr>
          <p:cNvSpPr/>
          <p:nvPr/>
        </p:nvSpPr>
        <p:spPr>
          <a:xfrm>
            <a:off x="5442136" y="4640724"/>
            <a:ext cx="3823173" cy="90711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lvl="0" algn="ctr">
              <a:tabLst>
                <a:tab pos="630555" algn="l"/>
              </a:tabLst>
            </a:pPr>
            <a:r>
              <a:rPr lang="ru-RU" sz="2000" dirty="0">
                <a:solidFill>
                  <a:schemeClr val="tx1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Система мониторинга</a:t>
            </a:r>
          </a:p>
        </p:txBody>
      </p:sp>
      <p:sp>
        <p:nvSpPr>
          <p:cNvPr id="79" name="Параллелограмм 78">
            <a:extLst>
              <a:ext uri="{FF2B5EF4-FFF2-40B4-BE49-F238E27FC236}">
                <a16:creationId xmlns:a16="http://schemas.microsoft.com/office/drawing/2014/main" id="{39A543F5-0C70-2717-0F69-F3A6060D81A2}"/>
              </a:ext>
            </a:extLst>
          </p:cNvPr>
          <p:cNvSpPr/>
          <p:nvPr/>
        </p:nvSpPr>
        <p:spPr>
          <a:xfrm>
            <a:off x="-1058031" y="2732380"/>
            <a:ext cx="1810308" cy="316095"/>
          </a:xfrm>
          <a:prstGeom prst="parallelogram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Параллелограмм 79">
            <a:extLst>
              <a:ext uri="{FF2B5EF4-FFF2-40B4-BE49-F238E27FC236}">
                <a16:creationId xmlns:a16="http://schemas.microsoft.com/office/drawing/2014/main" id="{91709B06-1A62-DF0E-A377-E192F6A172D1}"/>
              </a:ext>
            </a:extLst>
          </p:cNvPr>
          <p:cNvSpPr/>
          <p:nvPr/>
        </p:nvSpPr>
        <p:spPr>
          <a:xfrm>
            <a:off x="266763" y="2385819"/>
            <a:ext cx="576031" cy="662656"/>
          </a:xfrm>
          <a:prstGeom prst="parallelogram">
            <a:avLst>
              <a:gd name="adj" fmla="val 30181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Параллелограмм 82">
            <a:extLst>
              <a:ext uri="{FF2B5EF4-FFF2-40B4-BE49-F238E27FC236}">
                <a16:creationId xmlns:a16="http://schemas.microsoft.com/office/drawing/2014/main" id="{7CCBCAD7-4EFA-AC74-D171-6077E70962D3}"/>
              </a:ext>
            </a:extLst>
          </p:cNvPr>
          <p:cNvSpPr/>
          <p:nvPr/>
        </p:nvSpPr>
        <p:spPr>
          <a:xfrm>
            <a:off x="-120244" y="1972093"/>
            <a:ext cx="462531" cy="662656"/>
          </a:xfrm>
          <a:prstGeom prst="parallelogram">
            <a:avLst>
              <a:gd name="adj" fmla="val 40992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Параллелограмм 83">
            <a:extLst>
              <a:ext uri="{FF2B5EF4-FFF2-40B4-BE49-F238E27FC236}">
                <a16:creationId xmlns:a16="http://schemas.microsoft.com/office/drawing/2014/main" id="{90491E7A-713F-70B2-19AE-C61F290358C0}"/>
              </a:ext>
            </a:extLst>
          </p:cNvPr>
          <p:cNvSpPr/>
          <p:nvPr/>
        </p:nvSpPr>
        <p:spPr>
          <a:xfrm>
            <a:off x="50045" y="1977807"/>
            <a:ext cx="792750" cy="316095"/>
          </a:xfrm>
          <a:prstGeom prst="parallelogram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Параллелограмм 84">
            <a:extLst>
              <a:ext uri="{FF2B5EF4-FFF2-40B4-BE49-F238E27FC236}">
                <a16:creationId xmlns:a16="http://schemas.microsoft.com/office/drawing/2014/main" id="{49945FF5-36DE-6022-E060-B950DE650314}"/>
              </a:ext>
            </a:extLst>
          </p:cNvPr>
          <p:cNvSpPr/>
          <p:nvPr/>
        </p:nvSpPr>
        <p:spPr>
          <a:xfrm>
            <a:off x="-1163900" y="4125402"/>
            <a:ext cx="1810308" cy="316095"/>
          </a:xfrm>
          <a:prstGeom prst="parallelogram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Параллелограмм 85">
            <a:extLst>
              <a:ext uri="{FF2B5EF4-FFF2-40B4-BE49-F238E27FC236}">
                <a16:creationId xmlns:a16="http://schemas.microsoft.com/office/drawing/2014/main" id="{AD5B1EA4-11E7-E51E-B28B-942A46350B7C}"/>
              </a:ext>
            </a:extLst>
          </p:cNvPr>
          <p:cNvSpPr/>
          <p:nvPr/>
        </p:nvSpPr>
        <p:spPr>
          <a:xfrm>
            <a:off x="160894" y="3778841"/>
            <a:ext cx="576031" cy="662656"/>
          </a:xfrm>
          <a:prstGeom prst="parallelogram">
            <a:avLst>
              <a:gd name="adj" fmla="val 30181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араллелограмм 88">
            <a:extLst>
              <a:ext uri="{FF2B5EF4-FFF2-40B4-BE49-F238E27FC236}">
                <a16:creationId xmlns:a16="http://schemas.microsoft.com/office/drawing/2014/main" id="{DCCB4469-36A5-E506-7E59-D924E0F15AD5}"/>
              </a:ext>
            </a:extLst>
          </p:cNvPr>
          <p:cNvSpPr/>
          <p:nvPr/>
        </p:nvSpPr>
        <p:spPr>
          <a:xfrm>
            <a:off x="-226113" y="3365115"/>
            <a:ext cx="462531" cy="662656"/>
          </a:xfrm>
          <a:prstGeom prst="parallelogram">
            <a:avLst>
              <a:gd name="adj" fmla="val 40992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" name="Параллелограмм 89">
            <a:extLst>
              <a:ext uri="{FF2B5EF4-FFF2-40B4-BE49-F238E27FC236}">
                <a16:creationId xmlns:a16="http://schemas.microsoft.com/office/drawing/2014/main" id="{B8005D7C-780B-C0C2-CDCF-FAC34BC3020C}"/>
              </a:ext>
            </a:extLst>
          </p:cNvPr>
          <p:cNvSpPr/>
          <p:nvPr/>
        </p:nvSpPr>
        <p:spPr>
          <a:xfrm>
            <a:off x="-55824" y="3370829"/>
            <a:ext cx="792750" cy="316095"/>
          </a:xfrm>
          <a:prstGeom prst="parallelogram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472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634E83-0BE0-93B1-876A-A9086ED50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785" y="154692"/>
            <a:ext cx="9820595" cy="132556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Arial Black" panose="020B0A04020102020204" pitchFamily="34" charset="0"/>
              </a:rPr>
              <a:t>Анализ аналогов и выбор решения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9268A56-D3FD-17D0-299E-ADA983BE4E09}"/>
              </a:ext>
            </a:extLst>
          </p:cNvPr>
          <p:cNvSpPr/>
          <p:nvPr/>
        </p:nvSpPr>
        <p:spPr>
          <a:xfrm>
            <a:off x="0" y="6315075"/>
            <a:ext cx="7200900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A27CB40-42B4-A580-EFF8-72D977D1779E}"/>
              </a:ext>
            </a:extLst>
          </p:cNvPr>
          <p:cNvSpPr/>
          <p:nvPr/>
        </p:nvSpPr>
        <p:spPr>
          <a:xfrm>
            <a:off x="7618412" y="6315075"/>
            <a:ext cx="454025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36FC5D-DD89-0B5A-388B-47F758A2FE4E}"/>
              </a:ext>
            </a:extLst>
          </p:cNvPr>
          <p:cNvSpPr/>
          <p:nvPr/>
        </p:nvSpPr>
        <p:spPr>
          <a:xfrm>
            <a:off x="8199436" y="6315075"/>
            <a:ext cx="290513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589636D-5867-9562-EBAC-1A6BC1FB34CB}"/>
              </a:ext>
            </a:extLst>
          </p:cNvPr>
          <p:cNvSpPr/>
          <p:nvPr/>
        </p:nvSpPr>
        <p:spPr>
          <a:xfrm>
            <a:off x="8616948" y="6308725"/>
            <a:ext cx="125414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43934C3-D28A-2C24-8832-F00DE4130B68}"/>
              </a:ext>
            </a:extLst>
          </p:cNvPr>
          <p:cNvSpPr/>
          <p:nvPr/>
        </p:nvSpPr>
        <p:spPr>
          <a:xfrm>
            <a:off x="9034459" y="6315075"/>
            <a:ext cx="871537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A729DE6-63CC-B724-19D8-2CCAFBA26CC0}"/>
              </a:ext>
            </a:extLst>
          </p:cNvPr>
          <p:cNvSpPr/>
          <p:nvPr/>
        </p:nvSpPr>
        <p:spPr>
          <a:xfrm>
            <a:off x="10089343" y="6315075"/>
            <a:ext cx="361163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533793C-B831-A139-E758-DC73EF5405B2}"/>
              </a:ext>
            </a:extLst>
          </p:cNvPr>
          <p:cNvSpPr/>
          <p:nvPr/>
        </p:nvSpPr>
        <p:spPr>
          <a:xfrm>
            <a:off x="10613209" y="6315075"/>
            <a:ext cx="361163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142F6E8-447D-B598-12A9-10211052367E}"/>
              </a:ext>
            </a:extLst>
          </p:cNvPr>
          <p:cNvSpPr/>
          <p:nvPr/>
        </p:nvSpPr>
        <p:spPr>
          <a:xfrm>
            <a:off x="11245669" y="6315075"/>
            <a:ext cx="161471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6546F39-8946-0D78-5CF3-D34FFB1545C9}"/>
              </a:ext>
            </a:extLst>
          </p:cNvPr>
          <p:cNvSpPr/>
          <p:nvPr/>
        </p:nvSpPr>
        <p:spPr>
          <a:xfrm>
            <a:off x="11597701" y="6315075"/>
            <a:ext cx="739079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араллелограмм 12">
            <a:extLst>
              <a:ext uri="{FF2B5EF4-FFF2-40B4-BE49-F238E27FC236}">
                <a16:creationId xmlns:a16="http://schemas.microsoft.com/office/drawing/2014/main" id="{F4EF6ED8-8EB4-F19A-7814-7F3E1395057D}"/>
              </a:ext>
            </a:extLst>
          </p:cNvPr>
          <p:cNvSpPr/>
          <p:nvPr/>
        </p:nvSpPr>
        <p:spPr>
          <a:xfrm>
            <a:off x="9740990" y="913005"/>
            <a:ext cx="1810308" cy="316095"/>
          </a:xfrm>
          <a:prstGeom prst="parallelogram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араллелограмм 13">
            <a:extLst>
              <a:ext uri="{FF2B5EF4-FFF2-40B4-BE49-F238E27FC236}">
                <a16:creationId xmlns:a16="http://schemas.microsoft.com/office/drawing/2014/main" id="{8079F2C6-B1E3-FD22-2644-9815D3CB8DA4}"/>
              </a:ext>
            </a:extLst>
          </p:cNvPr>
          <p:cNvSpPr/>
          <p:nvPr/>
        </p:nvSpPr>
        <p:spPr>
          <a:xfrm>
            <a:off x="11065784" y="566444"/>
            <a:ext cx="576031" cy="662656"/>
          </a:xfrm>
          <a:prstGeom prst="parallelogram">
            <a:avLst>
              <a:gd name="adj" fmla="val 30181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араллелограмм 15">
            <a:extLst>
              <a:ext uri="{FF2B5EF4-FFF2-40B4-BE49-F238E27FC236}">
                <a16:creationId xmlns:a16="http://schemas.microsoft.com/office/drawing/2014/main" id="{D13383C3-64C0-BB1E-473D-50F2F216D85A}"/>
              </a:ext>
            </a:extLst>
          </p:cNvPr>
          <p:cNvSpPr/>
          <p:nvPr/>
        </p:nvSpPr>
        <p:spPr>
          <a:xfrm>
            <a:off x="9845900" y="152718"/>
            <a:ext cx="462531" cy="662656"/>
          </a:xfrm>
          <a:prstGeom prst="parallelogram">
            <a:avLst>
              <a:gd name="adj" fmla="val 40992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араллелограмм 18">
            <a:extLst>
              <a:ext uri="{FF2B5EF4-FFF2-40B4-BE49-F238E27FC236}">
                <a16:creationId xmlns:a16="http://schemas.microsoft.com/office/drawing/2014/main" id="{6E38F65C-551D-A656-A563-16BC07107EA9}"/>
              </a:ext>
            </a:extLst>
          </p:cNvPr>
          <p:cNvSpPr/>
          <p:nvPr/>
        </p:nvSpPr>
        <p:spPr>
          <a:xfrm>
            <a:off x="10269924" y="152718"/>
            <a:ext cx="462531" cy="662656"/>
          </a:xfrm>
          <a:prstGeom prst="parallelogram">
            <a:avLst>
              <a:gd name="adj" fmla="val 40992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араллелограмм 19">
            <a:extLst>
              <a:ext uri="{FF2B5EF4-FFF2-40B4-BE49-F238E27FC236}">
                <a16:creationId xmlns:a16="http://schemas.microsoft.com/office/drawing/2014/main" id="{00C65D41-6D7D-4F76-449C-85221862E3F6}"/>
              </a:ext>
            </a:extLst>
          </p:cNvPr>
          <p:cNvSpPr/>
          <p:nvPr/>
        </p:nvSpPr>
        <p:spPr>
          <a:xfrm>
            <a:off x="10678777" y="152718"/>
            <a:ext cx="462531" cy="662656"/>
          </a:xfrm>
          <a:prstGeom prst="parallelogram">
            <a:avLst>
              <a:gd name="adj" fmla="val 40992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араллелограмм 20">
            <a:extLst>
              <a:ext uri="{FF2B5EF4-FFF2-40B4-BE49-F238E27FC236}">
                <a16:creationId xmlns:a16="http://schemas.microsoft.com/office/drawing/2014/main" id="{DBA93DA0-A0BE-09B2-5C6A-A9E5A63B572C}"/>
              </a:ext>
            </a:extLst>
          </p:cNvPr>
          <p:cNvSpPr/>
          <p:nvPr/>
        </p:nvSpPr>
        <p:spPr>
          <a:xfrm>
            <a:off x="10849066" y="158432"/>
            <a:ext cx="792750" cy="316095"/>
          </a:xfrm>
          <a:prstGeom prst="parallelogram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AA06AE4C-C63E-2FC1-A196-DE5710261351}"/>
              </a:ext>
            </a:extLst>
          </p:cNvPr>
          <p:cNvSpPr/>
          <p:nvPr/>
        </p:nvSpPr>
        <p:spPr>
          <a:xfrm>
            <a:off x="4745071" y="1356100"/>
            <a:ext cx="2873341" cy="2804102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/>
            <a:stretch>
              <a:fillRect/>
            </a:stretch>
          </a:blipFill>
          <a:ln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899517C6-F86A-991D-663A-1E76D84E0E62}"/>
              </a:ext>
            </a:extLst>
          </p:cNvPr>
          <p:cNvSpPr/>
          <p:nvPr/>
        </p:nvSpPr>
        <p:spPr>
          <a:xfrm>
            <a:off x="4745071" y="3226313"/>
            <a:ext cx="2873340" cy="93928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 Black" panose="020B0A04020102020204" pitchFamily="34" charset="0"/>
              </a:rPr>
              <a:t>Jira</a:t>
            </a:r>
            <a:endParaRPr lang="ru-RU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E64E0B9D-41B6-8B94-1562-45E8244FC44A}"/>
              </a:ext>
            </a:extLst>
          </p:cNvPr>
          <p:cNvSpPr/>
          <p:nvPr/>
        </p:nvSpPr>
        <p:spPr>
          <a:xfrm>
            <a:off x="554071" y="1350701"/>
            <a:ext cx="2873341" cy="2674547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rcRect/>
            <a:stretch>
              <a:fillRect/>
            </a:stretch>
          </a:blipFill>
          <a:ln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DFB7E978-6FB4-F495-4800-809E82670A4C}"/>
              </a:ext>
            </a:extLst>
          </p:cNvPr>
          <p:cNvSpPr/>
          <p:nvPr/>
        </p:nvSpPr>
        <p:spPr>
          <a:xfrm>
            <a:off x="554071" y="3220914"/>
            <a:ext cx="2873340" cy="93928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 Black" panose="020B0A04020102020204" pitchFamily="34" charset="0"/>
              </a:rPr>
              <a:t>Zendesk</a:t>
            </a:r>
            <a:endParaRPr lang="ru-RU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4E1C25AE-6BE0-302A-6F4D-448DCD81F337}"/>
              </a:ext>
            </a:extLst>
          </p:cNvPr>
          <p:cNvSpPr/>
          <p:nvPr/>
        </p:nvSpPr>
        <p:spPr>
          <a:xfrm>
            <a:off x="8936070" y="1356100"/>
            <a:ext cx="2873341" cy="2674547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rcRect/>
            <a:stretch>
              <a:fillRect/>
            </a:stretch>
          </a:blipFill>
          <a:ln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98CC27DF-F639-1C37-7BE3-5864AA0D392C}"/>
              </a:ext>
            </a:extLst>
          </p:cNvPr>
          <p:cNvSpPr/>
          <p:nvPr/>
        </p:nvSpPr>
        <p:spPr>
          <a:xfrm>
            <a:off x="8936070" y="3226313"/>
            <a:ext cx="2873340" cy="93928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Arial Black" panose="020B0A04020102020204" pitchFamily="34" charset="0"/>
              </a:rPr>
              <a:t>OSTicket</a:t>
            </a:r>
            <a:endParaRPr lang="ru-RU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EA15ECB7-6A45-BCF7-A017-978552028D36}"/>
              </a:ext>
            </a:extLst>
          </p:cNvPr>
          <p:cNvSpPr/>
          <p:nvPr/>
        </p:nvSpPr>
        <p:spPr>
          <a:xfrm>
            <a:off x="2555894" y="3640528"/>
            <a:ext cx="2873341" cy="2674547"/>
          </a:xfrm>
          <a:prstGeom prst="round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8838AF23-0200-8EBF-BC66-19319EF6D5E0}"/>
              </a:ext>
            </a:extLst>
          </p:cNvPr>
          <p:cNvSpPr/>
          <p:nvPr/>
        </p:nvSpPr>
        <p:spPr>
          <a:xfrm>
            <a:off x="2555894" y="5510741"/>
            <a:ext cx="2873340" cy="93928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 Black" panose="020B0A04020102020204" pitchFamily="34" charset="0"/>
              </a:rPr>
              <a:t>Request</a:t>
            </a:r>
            <a:endParaRPr lang="ru-RU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1733F6D2-4719-CB4D-1B01-7B98482A9513}"/>
              </a:ext>
            </a:extLst>
          </p:cNvPr>
          <p:cNvSpPr/>
          <p:nvPr/>
        </p:nvSpPr>
        <p:spPr>
          <a:xfrm>
            <a:off x="6759641" y="3640528"/>
            <a:ext cx="2873341" cy="2674547"/>
          </a:xfrm>
          <a:prstGeom prst="roundRect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0"/>
                </a:ext>
              </a:extLst>
            </a:blip>
            <a:srcRect/>
            <a:stretch>
              <a:fillRect/>
            </a:stretch>
          </a:blipFill>
          <a:ln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6F234726-5F40-DD34-CB8C-AA6F140FC615}"/>
              </a:ext>
            </a:extLst>
          </p:cNvPr>
          <p:cNvSpPr/>
          <p:nvPr/>
        </p:nvSpPr>
        <p:spPr>
          <a:xfrm>
            <a:off x="6759641" y="5510741"/>
            <a:ext cx="2873340" cy="93928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 Black" panose="020B0A04020102020204" pitchFamily="34" charset="0"/>
              </a:rPr>
              <a:t>Freshdesk</a:t>
            </a:r>
            <a:endParaRPr lang="ru-RU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889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634E83-0BE0-93B1-876A-A9086ED50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785" y="154692"/>
            <a:ext cx="9820595" cy="132556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Arial Black" panose="020B0A04020102020204" pitchFamily="34" charset="0"/>
              </a:rPr>
              <a:t>Архитектура и технологии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9268A56-D3FD-17D0-299E-ADA983BE4E09}"/>
              </a:ext>
            </a:extLst>
          </p:cNvPr>
          <p:cNvSpPr/>
          <p:nvPr/>
        </p:nvSpPr>
        <p:spPr>
          <a:xfrm>
            <a:off x="0" y="6315075"/>
            <a:ext cx="7200900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A27CB40-42B4-A580-EFF8-72D977D1779E}"/>
              </a:ext>
            </a:extLst>
          </p:cNvPr>
          <p:cNvSpPr/>
          <p:nvPr/>
        </p:nvSpPr>
        <p:spPr>
          <a:xfrm>
            <a:off x="7618412" y="6315075"/>
            <a:ext cx="454025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36FC5D-DD89-0B5A-388B-47F758A2FE4E}"/>
              </a:ext>
            </a:extLst>
          </p:cNvPr>
          <p:cNvSpPr/>
          <p:nvPr/>
        </p:nvSpPr>
        <p:spPr>
          <a:xfrm>
            <a:off x="8199436" y="6315075"/>
            <a:ext cx="290513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589636D-5867-9562-EBAC-1A6BC1FB34CB}"/>
              </a:ext>
            </a:extLst>
          </p:cNvPr>
          <p:cNvSpPr/>
          <p:nvPr/>
        </p:nvSpPr>
        <p:spPr>
          <a:xfrm>
            <a:off x="8616948" y="6308725"/>
            <a:ext cx="125414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43934C3-D28A-2C24-8832-F00DE4130B68}"/>
              </a:ext>
            </a:extLst>
          </p:cNvPr>
          <p:cNvSpPr/>
          <p:nvPr/>
        </p:nvSpPr>
        <p:spPr>
          <a:xfrm>
            <a:off x="9034459" y="6315075"/>
            <a:ext cx="871537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A729DE6-63CC-B724-19D8-2CCAFBA26CC0}"/>
              </a:ext>
            </a:extLst>
          </p:cNvPr>
          <p:cNvSpPr/>
          <p:nvPr/>
        </p:nvSpPr>
        <p:spPr>
          <a:xfrm>
            <a:off x="10089343" y="6315075"/>
            <a:ext cx="361163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533793C-B831-A139-E758-DC73EF5405B2}"/>
              </a:ext>
            </a:extLst>
          </p:cNvPr>
          <p:cNvSpPr/>
          <p:nvPr/>
        </p:nvSpPr>
        <p:spPr>
          <a:xfrm>
            <a:off x="10613209" y="6315075"/>
            <a:ext cx="361163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142F6E8-447D-B598-12A9-10211052367E}"/>
              </a:ext>
            </a:extLst>
          </p:cNvPr>
          <p:cNvSpPr/>
          <p:nvPr/>
        </p:nvSpPr>
        <p:spPr>
          <a:xfrm>
            <a:off x="11245669" y="6315075"/>
            <a:ext cx="161471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6546F39-8946-0D78-5CF3-D34FFB1545C9}"/>
              </a:ext>
            </a:extLst>
          </p:cNvPr>
          <p:cNvSpPr/>
          <p:nvPr/>
        </p:nvSpPr>
        <p:spPr>
          <a:xfrm>
            <a:off x="11597701" y="6315075"/>
            <a:ext cx="739079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араллелограмм 12">
            <a:extLst>
              <a:ext uri="{FF2B5EF4-FFF2-40B4-BE49-F238E27FC236}">
                <a16:creationId xmlns:a16="http://schemas.microsoft.com/office/drawing/2014/main" id="{F4EF6ED8-8EB4-F19A-7814-7F3E1395057D}"/>
              </a:ext>
            </a:extLst>
          </p:cNvPr>
          <p:cNvSpPr/>
          <p:nvPr/>
        </p:nvSpPr>
        <p:spPr>
          <a:xfrm>
            <a:off x="9740990" y="913005"/>
            <a:ext cx="1810308" cy="316095"/>
          </a:xfrm>
          <a:prstGeom prst="parallelogram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араллелограмм 13">
            <a:extLst>
              <a:ext uri="{FF2B5EF4-FFF2-40B4-BE49-F238E27FC236}">
                <a16:creationId xmlns:a16="http://schemas.microsoft.com/office/drawing/2014/main" id="{8079F2C6-B1E3-FD22-2644-9815D3CB8DA4}"/>
              </a:ext>
            </a:extLst>
          </p:cNvPr>
          <p:cNvSpPr/>
          <p:nvPr/>
        </p:nvSpPr>
        <p:spPr>
          <a:xfrm>
            <a:off x="11065784" y="566444"/>
            <a:ext cx="576031" cy="662656"/>
          </a:xfrm>
          <a:prstGeom prst="parallelogram">
            <a:avLst>
              <a:gd name="adj" fmla="val 30181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араллелограмм 15">
            <a:extLst>
              <a:ext uri="{FF2B5EF4-FFF2-40B4-BE49-F238E27FC236}">
                <a16:creationId xmlns:a16="http://schemas.microsoft.com/office/drawing/2014/main" id="{D13383C3-64C0-BB1E-473D-50F2F216D85A}"/>
              </a:ext>
            </a:extLst>
          </p:cNvPr>
          <p:cNvSpPr/>
          <p:nvPr/>
        </p:nvSpPr>
        <p:spPr>
          <a:xfrm>
            <a:off x="9845900" y="152718"/>
            <a:ext cx="462531" cy="662656"/>
          </a:xfrm>
          <a:prstGeom prst="parallelogram">
            <a:avLst>
              <a:gd name="adj" fmla="val 40992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араллелограмм 18">
            <a:extLst>
              <a:ext uri="{FF2B5EF4-FFF2-40B4-BE49-F238E27FC236}">
                <a16:creationId xmlns:a16="http://schemas.microsoft.com/office/drawing/2014/main" id="{6E38F65C-551D-A656-A563-16BC07107EA9}"/>
              </a:ext>
            </a:extLst>
          </p:cNvPr>
          <p:cNvSpPr/>
          <p:nvPr/>
        </p:nvSpPr>
        <p:spPr>
          <a:xfrm>
            <a:off x="10269924" y="152718"/>
            <a:ext cx="462531" cy="662656"/>
          </a:xfrm>
          <a:prstGeom prst="parallelogram">
            <a:avLst>
              <a:gd name="adj" fmla="val 40992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араллелограмм 19">
            <a:extLst>
              <a:ext uri="{FF2B5EF4-FFF2-40B4-BE49-F238E27FC236}">
                <a16:creationId xmlns:a16="http://schemas.microsoft.com/office/drawing/2014/main" id="{00C65D41-6D7D-4F76-449C-85221862E3F6}"/>
              </a:ext>
            </a:extLst>
          </p:cNvPr>
          <p:cNvSpPr/>
          <p:nvPr/>
        </p:nvSpPr>
        <p:spPr>
          <a:xfrm>
            <a:off x="10678777" y="152718"/>
            <a:ext cx="462531" cy="662656"/>
          </a:xfrm>
          <a:prstGeom prst="parallelogram">
            <a:avLst>
              <a:gd name="adj" fmla="val 40992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араллелограмм 20">
            <a:extLst>
              <a:ext uri="{FF2B5EF4-FFF2-40B4-BE49-F238E27FC236}">
                <a16:creationId xmlns:a16="http://schemas.microsoft.com/office/drawing/2014/main" id="{DBA93DA0-A0BE-09B2-5C6A-A9E5A63B572C}"/>
              </a:ext>
            </a:extLst>
          </p:cNvPr>
          <p:cNvSpPr/>
          <p:nvPr/>
        </p:nvSpPr>
        <p:spPr>
          <a:xfrm>
            <a:off x="10849066" y="158432"/>
            <a:ext cx="792750" cy="316095"/>
          </a:xfrm>
          <a:prstGeom prst="parallelogram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AA06AE4C-C63E-2FC1-A196-DE5710261351}"/>
              </a:ext>
            </a:extLst>
          </p:cNvPr>
          <p:cNvSpPr/>
          <p:nvPr/>
        </p:nvSpPr>
        <p:spPr>
          <a:xfrm>
            <a:off x="4745071" y="1356100"/>
            <a:ext cx="2873341" cy="2273629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899517C6-F86A-991D-663A-1E76D84E0E62}"/>
              </a:ext>
            </a:extLst>
          </p:cNvPr>
          <p:cNvSpPr/>
          <p:nvPr/>
        </p:nvSpPr>
        <p:spPr>
          <a:xfrm>
            <a:off x="4745071" y="3226313"/>
            <a:ext cx="2873340" cy="93928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 Black" panose="020B0A04020102020204" pitchFamily="34" charset="0"/>
              </a:rPr>
              <a:t>Apache</a:t>
            </a:r>
            <a:endParaRPr lang="ru-RU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E64E0B9D-41B6-8B94-1562-45E8244FC44A}"/>
              </a:ext>
            </a:extLst>
          </p:cNvPr>
          <p:cNvSpPr/>
          <p:nvPr/>
        </p:nvSpPr>
        <p:spPr>
          <a:xfrm>
            <a:off x="554071" y="1350701"/>
            <a:ext cx="2873341" cy="2674547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DFB7E978-6FB4-F495-4800-809E82670A4C}"/>
              </a:ext>
            </a:extLst>
          </p:cNvPr>
          <p:cNvSpPr/>
          <p:nvPr/>
        </p:nvSpPr>
        <p:spPr>
          <a:xfrm>
            <a:off x="554071" y="3220914"/>
            <a:ext cx="2873340" cy="93928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 Black" panose="020B0A04020102020204" pitchFamily="34" charset="0"/>
              </a:rPr>
              <a:t>Ubuntu Server</a:t>
            </a:r>
            <a:endParaRPr lang="ru-RU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4E1C25AE-6BE0-302A-6F4D-448DCD81F337}"/>
              </a:ext>
            </a:extLst>
          </p:cNvPr>
          <p:cNvSpPr/>
          <p:nvPr/>
        </p:nvSpPr>
        <p:spPr>
          <a:xfrm>
            <a:off x="8936070" y="1356100"/>
            <a:ext cx="2873341" cy="2674547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98CC27DF-F639-1C37-7BE3-5864AA0D392C}"/>
              </a:ext>
            </a:extLst>
          </p:cNvPr>
          <p:cNvSpPr/>
          <p:nvPr/>
        </p:nvSpPr>
        <p:spPr>
          <a:xfrm>
            <a:off x="8936070" y="3226313"/>
            <a:ext cx="2873340" cy="93928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 Black" panose="020B0A04020102020204" pitchFamily="34" charset="0"/>
              </a:rPr>
              <a:t>MySQL</a:t>
            </a:r>
            <a:endParaRPr lang="ru-RU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EA15ECB7-6A45-BCF7-A017-978552028D36}"/>
              </a:ext>
            </a:extLst>
          </p:cNvPr>
          <p:cNvSpPr/>
          <p:nvPr/>
        </p:nvSpPr>
        <p:spPr>
          <a:xfrm>
            <a:off x="2555894" y="3640529"/>
            <a:ext cx="2873341" cy="2279028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8838AF23-0200-8EBF-BC66-19319EF6D5E0}"/>
              </a:ext>
            </a:extLst>
          </p:cNvPr>
          <p:cNvSpPr/>
          <p:nvPr/>
        </p:nvSpPr>
        <p:spPr>
          <a:xfrm>
            <a:off x="2555894" y="5510741"/>
            <a:ext cx="2873340" cy="93928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 Black" panose="020B0A04020102020204" pitchFamily="34" charset="0"/>
              </a:rPr>
              <a:t>PHP 8.3</a:t>
            </a:r>
            <a:endParaRPr lang="ru-RU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1733F6D2-4719-CB4D-1B01-7B98482A9513}"/>
              </a:ext>
            </a:extLst>
          </p:cNvPr>
          <p:cNvSpPr/>
          <p:nvPr/>
        </p:nvSpPr>
        <p:spPr>
          <a:xfrm>
            <a:off x="6759641" y="3640529"/>
            <a:ext cx="2873341" cy="2260332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6F234726-5F40-DD34-CB8C-AA6F140FC615}"/>
              </a:ext>
            </a:extLst>
          </p:cNvPr>
          <p:cNvSpPr/>
          <p:nvPr/>
        </p:nvSpPr>
        <p:spPr>
          <a:xfrm>
            <a:off x="6759641" y="5510741"/>
            <a:ext cx="2873340" cy="93928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rial Black" panose="020B0A04020102020204" pitchFamily="34" charset="0"/>
              </a:rPr>
              <a:t>Prometheus, Grafana, Node Exporter</a:t>
            </a:r>
            <a:endParaRPr lang="ru-RU" sz="1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906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634E83-0BE0-93B1-876A-A9086ED50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785" y="154692"/>
            <a:ext cx="9820595" cy="1325563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Arial Black" panose="020B0A04020102020204" pitchFamily="34" charset="0"/>
              </a:rPr>
              <a:t>Архитектура и технологии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9268A56-D3FD-17D0-299E-ADA983BE4E09}"/>
              </a:ext>
            </a:extLst>
          </p:cNvPr>
          <p:cNvSpPr/>
          <p:nvPr/>
        </p:nvSpPr>
        <p:spPr>
          <a:xfrm>
            <a:off x="0" y="6315075"/>
            <a:ext cx="7200900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A27CB40-42B4-A580-EFF8-72D977D1779E}"/>
              </a:ext>
            </a:extLst>
          </p:cNvPr>
          <p:cNvSpPr/>
          <p:nvPr/>
        </p:nvSpPr>
        <p:spPr>
          <a:xfrm>
            <a:off x="7618412" y="6315075"/>
            <a:ext cx="454025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E36FC5D-DD89-0B5A-388B-47F758A2FE4E}"/>
              </a:ext>
            </a:extLst>
          </p:cNvPr>
          <p:cNvSpPr/>
          <p:nvPr/>
        </p:nvSpPr>
        <p:spPr>
          <a:xfrm>
            <a:off x="8199436" y="6315075"/>
            <a:ext cx="290513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589636D-5867-9562-EBAC-1A6BC1FB34CB}"/>
              </a:ext>
            </a:extLst>
          </p:cNvPr>
          <p:cNvSpPr/>
          <p:nvPr/>
        </p:nvSpPr>
        <p:spPr>
          <a:xfrm>
            <a:off x="8616948" y="6308725"/>
            <a:ext cx="125414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43934C3-D28A-2C24-8832-F00DE4130B68}"/>
              </a:ext>
            </a:extLst>
          </p:cNvPr>
          <p:cNvSpPr/>
          <p:nvPr/>
        </p:nvSpPr>
        <p:spPr>
          <a:xfrm>
            <a:off x="9034459" y="6315075"/>
            <a:ext cx="871537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A729DE6-63CC-B724-19D8-2CCAFBA26CC0}"/>
              </a:ext>
            </a:extLst>
          </p:cNvPr>
          <p:cNvSpPr/>
          <p:nvPr/>
        </p:nvSpPr>
        <p:spPr>
          <a:xfrm>
            <a:off x="10089343" y="6315075"/>
            <a:ext cx="361163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533793C-B831-A139-E758-DC73EF5405B2}"/>
              </a:ext>
            </a:extLst>
          </p:cNvPr>
          <p:cNvSpPr/>
          <p:nvPr/>
        </p:nvSpPr>
        <p:spPr>
          <a:xfrm>
            <a:off x="10613209" y="6315075"/>
            <a:ext cx="361163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142F6E8-447D-B598-12A9-10211052367E}"/>
              </a:ext>
            </a:extLst>
          </p:cNvPr>
          <p:cNvSpPr/>
          <p:nvPr/>
        </p:nvSpPr>
        <p:spPr>
          <a:xfrm>
            <a:off x="11245669" y="6315075"/>
            <a:ext cx="161471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6546F39-8946-0D78-5CF3-D34FFB1545C9}"/>
              </a:ext>
            </a:extLst>
          </p:cNvPr>
          <p:cNvSpPr/>
          <p:nvPr/>
        </p:nvSpPr>
        <p:spPr>
          <a:xfrm>
            <a:off x="11597701" y="6315075"/>
            <a:ext cx="739079" cy="3556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араллелограмм 12">
            <a:extLst>
              <a:ext uri="{FF2B5EF4-FFF2-40B4-BE49-F238E27FC236}">
                <a16:creationId xmlns:a16="http://schemas.microsoft.com/office/drawing/2014/main" id="{F4EF6ED8-8EB4-F19A-7814-7F3E1395057D}"/>
              </a:ext>
            </a:extLst>
          </p:cNvPr>
          <p:cNvSpPr/>
          <p:nvPr/>
        </p:nvSpPr>
        <p:spPr>
          <a:xfrm>
            <a:off x="9740990" y="913005"/>
            <a:ext cx="1810308" cy="316095"/>
          </a:xfrm>
          <a:prstGeom prst="parallelogram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араллелограмм 13">
            <a:extLst>
              <a:ext uri="{FF2B5EF4-FFF2-40B4-BE49-F238E27FC236}">
                <a16:creationId xmlns:a16="http://schemas.microsoft.com/office/drawing/2014/main" id="{8079F2C6-B1E3-FD22-2644-9815D3CB8DA4}"/>
              </a:ext>
            </a:extLst>
          </p:cNvPr>
          <p:cNvSpPr/>
          <p:nvPr/>
        </p:nvSpPr>
        <p:spPr>
          <a:xfrm>
            <a:off x="11065784" y="566444"/>
            <a:ext cx="576031" cy="662656"/>
          </a:xfrm>
          <a:prstGeom prst="parallelogram">
            <a:avLst>
              <a:gd name="adj" fmla="val 30181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араллелограмм 15">
            <a:extLst>
              <a:ext uri="{FF2B5EF4-FFF2-40B4-BE49-F238E27FC236}">
                <a16:creationId xmlns:a16="http://schemas.microsoft.com/office/drawing/2014/main" id="{D13383C3-64C0-BB1E-473D-50F2F216D85A}"/>
              </a:ext>
            </a:extLst>
          </p:cNvPr>
          <p:cNvSpPr/>
          <p:nvPr/>
        </p:nvSpPr>
        <p:spPr>
          <a:xfrm>
            <a:off x="9845900" y="152718"/>
            <a:ext cx="462531" cy="662656"/>
          </a:xfrm>
          <a:prstGeom prst="parallelogram">
            <a:avLst>
              <a:gd name="adj" fmla="val 40992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араллелограмм 18">
            <a:extLst>
              <a:ext uri="{FF2B5EF4-FFF2-40B4-BE49-F238E27FC236}">
                <a16:creationId xmlns:a16="http://schemas.microsoft.com/office/drawing/2014/main" id="{6E38F65C-551D-A656-A563-16BC07107EA9}"/>
              </a:ext>
            </a:extLst>
          </p:cNvPr>
          <p:cNvSpPr/>
          <p:nvPr/>
        </p:nvSpPr>
        <p:spPr>
          <a:xfrm>
            <a:off x="10269924" y="152718"/>
            <a:ext cx="462531" cy="662656"/>
          </a:xfrm>
          <a:prstGeom prst="parallelogram">
            <a:avLst>
              <a:gd name="adj" fmla="val 40992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араллелограмм 19">
            <a:extLst>
              <a:ext uri="{FF2B5EF4-FFF2-40B4-BE49-F238E27FC236}">
                <a16:creationId xmlns:a16="http://schemas.microsoft.com/office/drawing/2014/main" id="{00C65D41-6D7D-4F76-449C-85221862E3F6}"/>
              </a:ext>
            </a:extLst>
          </p:cNvPr>
          <p:cNvSpPr/>
          <p:nvPr/>
        </p:nvSpPr>
        <p:spPr>
          <a:xfrm>
            <a:off x="10678777" y="152718"/>
            <a:ext cx="462531" cy="662656"/>
          </a:xfrm>
          <a:prstGeom prst="parallelogram">
            <a:avLst>
              <a:gd name="adj" fmla="val 40992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араллелограмм 20">
            <a:extLst>
              <a:ext uri="{FF2B5EF4-FFF2-40B4-BE49-F238E27FC236}">
                <a16:creationId xmlns:a16="http://schemas.microsoft.com/office/drawing/2014/main" id="{DBA93DA0-A0BE-09B2-5C6A-A9E5A63B572C}"/>
              </a:ext>
            </a:extLst>
          </p:cNvPr>
          <p:cNvSpPr/>
          <p:nvPr/>
        </p:nvSpPr>
        <p:spPr>
          <a:xfrm>
            <a:off x="10849066" y="158432"/>
            <a:ext cx="792750" cy="316095"/>
          </a:xfrm>
          <a:prstGeom prst="parallelogram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34496F34-C23E-B1B5-BD70-87492B6F2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958" y="1229100"/>
            <a:ext cx="8489948" cy="5079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8497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B770A88-33F7-1B4E-7C41-8BD491094E37}"/>
              </a:ext>
            </a:extLst>
          </p:cNvPr>
          <p:cNvSpPr/>
          <p:nvPr/>
        </p:nvSpPr>
        <p:spPr>
          <a:xfrm>
            <a:off x="9156700" y="342900"/>
            <a:ext cx="2755900" cy="2540000"/>
          </a:xfrm>
          <a:prstGeom prst="rect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3342E48-CDC1-40BD-2B9F-D51047F78A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0778" y="1377950"/>
            <a:ext cx="4102100" cy="4102100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92C8550-FF76-D955-E32E-702141B65853}"/>
              </a:ext>
            </a:extLst>
          </p:cNvPr>
          <p:cNvSpPr/>
          <p:nvPr/>
        </p:nvSpPr>
        <p:spPr>
          <a:xfrm>
            <a:off x="1756091" y="1672702"/>
            <a:ext cx="3008414" cy="1052914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Логин, роль, флаги, пароль, </a:t>
            </a:r>
            <a:r>
              <a:rPr lang="en-US" sz="2000" dirty="0">
                <a:solidFill>
                  <a:schemeClr val="tx1"/>
                </a:solidFill>
              </a:rPr>
              <a:t>IP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CB5D61F9-40E6-2C07-C159-1BC4DBC4D3F6}"/>
              </a:ext>
            </a:extLst>
          </p:cNvPr>
          <p:cNvSpPr/>
          <p:nvPr/>
        </p:nvSpPr>
        <p:spPr>
          <a:xfrm>
            <a:off x="2018014" y="1313170"/>
            <a:ext cx="1192856" cy="506628"/>
          </a:xfrm>
          <a:prstGeom prst="roundRect">
            <a:avLst/>
          </a:prstGeom>
          <a:solidFill>
            <a:srgbClr val="1104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merican Captain Cyrillic" pitchFamily="2" charset="0"/>
              </a:rPr>
              <a:t>users</a:t>
            </a:r>
            <a:endParaRPr lang="ru-RU" sz="2800" dirty="0">
              <a:latin typeface="American Captain Cyrillic" pitchFamily="2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9DDD590-C436-02F7-4DEA-D7D17B9FBB1C}"/>
              </a:ext>
            </a:extLst>
          </p:cNvPr>
          <p:cNvSpPr/>
          <p:nvPr/>
        </p:nvSpPr>
        <p:spPr>
          <a:xfrm>
            <a:off x="4164628" y="2356443"/>
            <a:ext cx="3008414" cy="1052914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Текст, статус, приоритет, ответ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6D695E5-2F96-6557-F7FB-E981D6AF51D8}"/>
              </a:ext>
            </a:extLst>
          </p:cNvPr>
          <p:cNvSpPr/>
          <p:nvPr/>
        </p:nvSpPr>
        <p:spPr>
          <a:xfrm>
            <a:off x="4426551" y="1996911"/>
            <a:ext cx="1192856" cy="506628"/>
          </a:xfrm>
          <a:prstGeom prst="roundRect">
            <a:avLst/>
          </a:prstGeom>
          <a:solidFill>
            <a:srgbClr val="1104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merican Captain Cyrillic" pitchFamily="2" charset="0"/>
              </a:rPr>
              <a:t>tickets</a:t>
            </a:r>
            <a:endParaRPr lang="ru-RU" sz="2800" dirty="0">
              <a:latin typeface="American Captain Cyrillic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9B7D09D-AA28-9ABD-74CF-F17DB6E0E9FF}"/>
              </a:ext>
            </a:extLst>
          </p:cNvPr>
          <p:cNvSpPr/>
          <p:nvPr/>
        </p:nvSpPr>
        <p:spPr>
          <a:xfrm>
            <a:off x="1706663" y="2986980"/>
            <a:ext cx="3008414" cy="1052914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 err="1">
                <a:solidFill>
                  <a:schemeClr val="tx1"/>
                </a:solidFill>
              </a:rPr>
              <a:t>Логи</a:t>
            </a:r>
            <a:r>
              <a:rPr lang="ru-RU" sz="2000" dirty="0">
                <a:solidFill>
                  <a:schemeClr val="tx1"/>
                </a:solidFill>
              </a:rPr>
              <a:t> действий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665594CB-4B6A-2DC9-0E8B-3EBF66EFA3D1}"/>
              </a:ext>
            </a:extLst>
          </p:cNvPr>
          <p:cNvSpPr/>
          <p:nvPr/>
        </p:nvSpPr>
        <p:spPr>
          <a:xfrm>
            <a:off x="1968586" y="2627448"/>
            <a:ext cx="1192856" cy="506628"/>
          </a:xfrm>
          <a:prstGeom prst="roundRect">
            <a:avLst/>
          </a:prstGeom>
          <a:solidFill>
            <a:srgbClr val="1104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merican Captain Cyrillic" pitchFamily="2" charset="0"/>
              </a:rPr>
              <a:t>logs</a:t>
            </a:r>
            <a:endParaRPr lang="ru-RU" sz="2800" dirty="0">
              <a:latin typeface="American Captain Cyrillic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733E724C-DDB0-621E-B17E-922671E7F7E5}"/>
              </a:ext>
            </a:extLst>
          </p:cNvPr>
          <p:cNvSpPr/>
          <p:nvPr/>
        </p:nvSpPr>
        <p:spPr>
          <a:xfrm>
            <a:off x="4050328" y="3676213"/>
            <a:ext cx="3008414" cy="1052914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Статьи базы знаний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19797D62-18D4-6311-33E1-7483A25D8E36}"/>
              </a:ext>
            </a:extLst>
          </p:cNvPr>
          <p:cNvSpPr/>
          <p:nvPr/>
        </p:nvSpPr>
        <p:spPr>
          <a:xfrm>
            <a:off x="4312251" y="3316681"/>
            <a:ext cx="1192856" cy="506628"/>
          </a:xfrm>
          <a:prstGeom prst="roundRect">
            <a:avLst/>
          </a:prstGeom>
          <a:solidFill>
            <a:srgbClr val="1104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American Captain Cyrillic" pitchFamily="2" charset="0"/>
              </a:rPr>
              <a:t>faq</a:t>
            </a:r>
            <a:endParaRPr lang="ru-RU" sz="2800" dirty="0">
              <a:latin typeface="American Captain Cyrillic" pitchFamily="2" charset="0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7EF3D1C2-092B-FED3-5C35-FE7DA99AC3E1}"/>
              </a:ext>
            </a:extLst>
          </p:cNvPr>
          <p:cNvSpPr/>
          <p:nvPr/>
        </p:nvSpPr>
        <p:spPr>
          <a:xfrm>
            <a:off x="1706663" y="4319450"/>
            <a:ext cx="3008414" cy="1052914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Шаблоны ответов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6A5406D5-E9FE-6B49-84C3-BEC698818D0A}"/>
              </a:ext>
            </a:extLst>
          </p:cNvPr>
          <p:cNvSpPr/>
          <p:nvPr/>
        </p:nvSpPr>
        <p:spPr>
          <a:xfrm>
            <a:off x="1968585" y="3959918"/>
            <a:ext cx="1514133" cy="506628"/>
          </a:xfrm>
          <a:prstGeom prst="roundRect">
            <a:avLst/>
          </a:prstGeom>
          <a:solidFill>
            <a:srgbClr val="1104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merican Captain Cyrillic" pitchFamily="2" charset="0"/>
              </a:rPr>
              <a:t>response</a:t>
            </a:r>
            <a:endParaRPr lang="ru-RU" sz="2800" dirty="0">
              <a:latin typeface="American Captain Cyrillic" pitchFamily="2" charset="0"/>
            </a:endParaRP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A3B593E9-4BD4-8126-04F6-644CF551855D}"/>
              </a:ext>
            </a:extLst>
          </p:cNvPr>
          <p:cNvSpPr txBox="1">
            <a:spLocks/>
          </p:cNvSpPr>
          <p:nvPr/>
        </p:nvSpPr>
        <p:spPr>
          <a:xfrm>
            <a:off x="7543625" y="331693"/>
            <a:ext cx="9820595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База данных</a:t>
            </a:r>
          </a:p>
        </p:txBody>
      </p:sp>
    </p:spTree>
    <p:extLst>
      <p:ext uri="{BB962C8B-B14F-4D97-AF65-F5344CB8AC3E}">
        <p14:creationId xmlns:p14="http://schemas.microsoft.com/office/powerpoint/2010/main" val="2463739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араллелограмм 15">
            <a:extLst>
              <a:ext uri="{FF2B5EF4-FFF2-40B4-BE49-F238E27FC236}">
                <a16:creationId xmlns:a16="http://schemas.microsoft.com/office/drawing/2014/main" id="{2F69B884-62AC-C770-25C1-6EB7E090534F}"/>
              </a:ext>
            </a:extLst>
          </p:cNvPr>
          <p:cNvSpPr/>
          <p:nvPr/>
        </p:nvSpPr>
        <p:spPr>
          <a:xfrm>
            <a:off x="-263118" y="631631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араллелограмм 16">
            <a:extLst>
              <a:ext uri="{FF2B5EF4-FFF2-40B4-BE49-F238E27FC236}">
                <a16:creationId xmlns:a16="http://schemas.microsoft.com/office/drawing/2014/main" id="{0320F37B-6EC2-D3C9-6223-7D087E129C21}"/>
              </a:ext>
            </a:extLst>
          </p:cNvPr>
          <p:cNvSpPr/>
          <p:nvPr/>
        </p:nvSpPr>
        <p:spPr>
          <a:xfrm>
            <a:off x="107360" y="6316311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араллелограмм 17">
            <a:extLst>
              <a:ext uri="{FF2B5EF4-FFF2-40B4-BE49-F238E27FC236}">
                <a16:creationId xmlns:a16="http://schemas.microsoft.com/office/drawing/2014/main" id="{8393BE49-4403-4EAB-DE75-98E5013479DE}"/>
              </a:ext>
            </a:extLst>
          </p:cNvPr>
          <p:cNvSpPr/>
          <p:nvPr/>
        </p:nvSpPr>
        <p:spPr>
          <a:xfrm>
            <a:off x="534988" y="630227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араллелограмм 18">
            <a:extLst>
              <a:ext uri="{FF2B5EF4-FFF2-40B4-BE49-F238E27FC236}">
                <a16:creationId xmlns:a16="http://schemas.microsoft.com/office/drawing/2014/main" id="{DF07975C-F616-65C1-F56F-BE9B51693BD4}"/>
              </a:ext>
            </a:extLst>
          </p:cNvPr>
          <p:cNvSpPr/>
          <p:nvPr/>
        </p:nvSpPr>
        <p:spPr>
          <a:xfrm>
            <a:off x="905466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араллелограмм 19">
            <a:extLst>
              <a:ext uri="{FF2B5EF4-FFF2-40B4-BE49-F238E27FC236}">
                <a16:creationId xmlns:a16="http://schemas.microsoft.com/office/drawing/2014/main" id="{0B9A45EC-68C7-A876-DEB2-9A793DA395BF}"/>
              </a:ext>
            </a:extLst>
          </p:cNvPr>
          <p:cNvSpPr/>
          <p:nvPr/>
        </p:nvSpPr>
        <p:spPr>
          <a:xfrm>
            <a:off x="1285917" y="630227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араллелограмм 20">
            <a:extLst>
              <a:ext uri="{FF2B5EF4-FFF2-40B4-BE49-F238E27FC236}">
                <a16:creationId xmlns:a16="http://schemas.microsoft.com/office/drawing/2014/main" id="{8241AE96-AED5-BF6D-1E86-96C198236366}"/>
              </a:ext>
            </a:extLst>
          </p:cNvPr>
          <p:cNvSpPr/>
          <p:nvPr/>
        </p:nvSpPr>
        <p:spPr>
          <a:xfrm>
            <a:off x="1656395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араллелограмм 21">
            <a:extLst>
              <a:ext uri="{FF2B5EF4-FFF2-40B4-BE49-F238E27FC236}">
                <a16:creationId xmlns:a16="http://schemas.microsoft.com/office/drawing/2014/main" id="{8BCCA6A7-BF35-DEDA-AD5F-D5A7428B3C59}"/>
              </a:ext>
            </a:extLst>
          </p:cNvPr>
          <p:cNvSpPr/>
          <p:nvPr/>
        </p:nvSpPr>
        <p:spPr>
          <a:xfrm>
            <a:off x="2018666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араллелограмм 22">
            <a:extLst>
              <a:ext uri="{FF2B5EF4-FFF2-40B4-BE49-F238E27FC236}">
                <a16:creationId xmlns:a16="http://schemas.microsoft.com/office/drawing/2014/main" id="{CC67616A-DB09-396A-A982-82368816AC8C}"/>
              </a:ext>
            </a:extLst>
          </p:cNvPr>
          <p:cNvSpPr/>
          <p:nvPr/>
        </p:nvSpPr>
        <p:spPr>
          <a:xfrm>
            <a:off x="2389144" y="630227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араллелограмм 23">
            <a:extLst>
              <a:ext uri="{FF2B5EF4-FFF2-40B4-BE49-F238E27FC236}">
                <a16:creationId xmlns:a16="http://schemas.microsoft.com/office/drawing/2014/main" id="{08E5E3BB-277C-57D3-CB3B-998DD2414B1B}"/>
              </a:ext>
            </a:extLst>
          </p:cNvPr>
          <p:cNvSpPr/>
          <p:nvPr/>
        </p:nvSpPr>
        <p:spPr>
          <a:xfrm>
            <a:off x="2816772" y="628824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араллелограмм 24">
            <a:extLst>
              <a:ext uri="{FF2B5EF4-FFF2-40B4-BE49-F238E27FC236}">
                <a16:creationId xmlns:a16="http://schemas.microsoft.com/office/drawing/2014/main" id="{CA82AB9D-7B23-FBE4-A94A-66EC19737217}"/>
              </a:ext>
            </a:extLst>
          </p:cNvPr>
          <p:cNvSpPr/>
          <p:nvPr/>
        </p:nvSpPr>
        <p:spPr>
          <a:xfrm>
            <a:off x="3187250" y="628824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араллелограмм 25">
            <a:extLst>
              <a:ext uri="{FF2B5EF4-FFF2-40B4-BE49-F238E27FC236}">
                <a16:creationId xmlns:a16="http://schemas.microsoft.com/office/drawing/2014/main" id="{54D05DBC-1ED9-7C00-494C-C01BE071F507}"/>
              </a:ext>
            </a:extLst>
          </p:cNvPr>
          <p:cNvSpPr/>
          <p:nvPr/>
        </p:nvSpPr>
        <p:spPr>
          <a:xfrm>
            <a:off x="3567701" y="628824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араллелограмм 26">
            <a:extLst>
              <a:ext uri="{FF2B5EF4-FFF2-40B4-BE49-F238E27FC236}">
                <a16:creationId xmlns:a16="http://schemas.microsoft.com/office/drawing/2014/main" id="{0C0CFE45-9EB2-95C8-146B-BB504B91A052}"/>
              </a:ext>
            </a:extLst>
          </p:cNvPr>
          <p:cNvSpPr/>
          <p:nvPr/>
        </p:nvSpPr>
        <p:spPr>
          <a:xfrm>
            <a:off x="3938179" y="628824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араллелограмм 27">
            <a:extLst>
              <a:ext uri="{FF2B5EF4-FFF2-40B4-BE49-F238E27FC236}">
                <a16:creationId xmlns:a16="http://schemas.microsoft.com/office/drawing/2014/main" id="{E142893B-4949-72F9-75A1-C635906DAC29}"/>
              </a:ext>
            </a:extLst>
          </p:cNvPr>
          <p:cNvSpPr/>
          <p:nvPr/>
        </p:nvSpPr>
        <p:spPr>
          <a:xfrm>
            <a:off x="4306899" y="626896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араллелограмм 28">
            <a:extLst>
              <a:ext uri="{FF2B5EF4-FFF2-40B4-BE49-F238E27FC236}">
                <a16:creationId xmlns:a16="http://schemas.microsoft.com/office/drawing/2014/main" id="{18D70781-E13F-0B01-6428-30C61D7EF00E}"/>
              </a:ext>
            </a:extLst>
          </p:cNvPr>
          <p:cNvSpPr/>
          <p:nvPr/>
        </p:nvSpPr>
        <p:spPr>
          <a:xfrm>
            <a:off x="4677377" y="62689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араллелограмм 29">
            <a:extLst>
              <a:ext uri="{FF2B5EF4-FFF2-40B4-BE49-F238E27FC236}">
                <a16:creationId xmlns:a16="http://schemas.microsoft.com/office/drawing/2014/main" id="{FF6E0840-C5E7-274E-B820-9EEB02D3298A}"/>
              </a:ext>
            </a:extLst>
          </p:cNvPr>
          <p:cNvSpPr/>
          <p:nvPr/>
        </p:nvSpPr>
        <p:spPr>
          <a:xfrm>
            <a:off x="5105005" y="625493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араллелограмм 30">
            <a:extLst>
              <a:ext uri="{FF2B5EF4-FFF2-40B4-BE49-F238E27FC236}">
                <a16:creationId xmlns:a16="http://schemas.microsoft.com/office/drawing/2014/main" id="{BEF58E85-3D49-D2C5-AB2D-7F38985760A9}"/>
              </a:ext>
            </a:extLst>
          </p:cNvPr>
          <p:cNvSpPr/>
          <p:nvPr/>
        </p:nvSpPr>
        <p:spPr>
          <a:xfrm>
            <a:off x="5475483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араллелограмм 31">
            <a:extLst>
              <a:ext uri="{FF2B5EF4-FFF2-40B4-BE49-F238E27FC236}">
                <a16:creationId xmlns:a16="http://schemas.microsoft.com/office/drawing/2014/main" id="{5A23FC50-2952-EF84-815D-AB15D6A50E35}"/>
              </a:ext>
            </a:extLst>
          </p:cNvPr>
          <p:cNvSpPr/>
          <p:nvPr/>
        </p:nvSpPr>
        <p:spPr>
          <a:xfrm>
            <a:off x="5855934" y="625493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араллелограмм 32">
            <a:extLst>
              <a:ext uri="{FF2B5EF4-FFF2-40B4-BE49-F238E27FC236}">
                <a16:creationId xmlns:a16="http://schemas.microsoft.com/office/drawing/2014/main" id="{CEA87546-20A1-4797-1030-0ADFE0F5F528}"/>
              </a:ext>
            </a:extLst>
          </p:cNvPr>
          <p:cNvSpPr/>
          <p:nvPr/>
        </p:nvSpPr>
        <p:spPr>
          <a:xfrm>
            <a:off x="6226412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араллелограмм 33">
            <a:extLst>
              <a:ext uri="{FF2B5EF4-FFF2-40B4-BE49-F238E27FC236}">
                <a16:creationId xmlns:a16="http://schemas.microsoft.com/office/drawing/2014/main" id="{164A3111-6783-DB01-BCF9-976FBED8DE44}"/>
              </a:ext>
            </a:extLst>
          </p:cNvPr>
          <p:cNvSpPr/>
          <p:nvPr/>
        </p:nvSpPr>
        <p:spPr>
          <a:xfrm>
            <a:off x="6588683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араллелограмм 34">
            <a:extLst>
              <a:ext uri="{FF2B5EF4-FFF2-40B4-BE49-F238E27FC236}">
                <a16:creationId xmlns:a16="http://schemas.microsoft.com/office/drawing/2014/main" id="{0A60E7C4-E692-9122-8E10-F3AC26B7893A}"/>
              </a:ext>
            </a:extLst>
          </p:cNvPr>
          <p:cNvSpPr/>
          <p:nvPr/>
        </p:nvSpPr>
        <p:spPr>
          <a:xfrm>
            <a:off x="6959161" y="625493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араллелограмм 35">
            <a:extLst>
              <a:ext uri="{FF2B5EF4-FFF2-40B4-BE49-F238E27FC236}">
                <a16:creationId xmlns:a16="http://schemas.microsoft.com/office/drawing/2014/main" id="{E6DD9F66-51BF-BA11-74CA-020EAE023EC1}"/>
              </a:ext>
            </a:extLst>
          </p:cNvPr>
          <p:cNvSpPr/>
          <p:nvPr/>
        </p:nvSpPr>
        <p:spPr>
          <a:xfrm>
            <a:off x="7386789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араллелограмм 36">
            <a:extLst>
              <a:ext uri="{FF2B5EF4-FFF2-40B4-BE49-F238E27FC236}">
                <a16:creationId xmlns:a16="http://schemas.microsoft.com/office/drawing/2014/main" id="{16D3A8BA-AD4B-377C-3640-167E867F4E5C}"/>
              </a:ext>
            </a:extLst>
          </p:cNvPr>
          <p:cNvSpPr/>
          <p:nvPr/>
        </p:nvSpPr>
        <p:spPr>
          <a:xfrm>
            <a:off x="7757267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араллелограмм 37">
            <a:extLst>
              <a:ext uri="{FF2B5EF4-FFF2-40B4-BE49-F238E27FC236}">
                <a16:creationId xmlns:a16="http://schemas.microsoft.com/office/drawing/2014/main" id="{C37E7A90-C03F-044D-013D-F3B31A285C01}"/>
              </a:ext>
            </a:extLst>
          </p:cNvPr>
          <p:cNvSpPr/>
          <p:nvPr/>
        </p:nvSpPr>
        <p:spPr>
          <a:xfrm>
            <a:off x="8137718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араллелограмм 38">
            <a:extLst>
              <a:ext uri="{FF2B5EF4-FFF2-40B4-BE49-F238E27FC236}">
                <a16:creationId xmlns:a16="http://schemas.microsoft.com/office/drawing/2014/main" id="{394FF4A7-3094-57C7-F753-D0054B957D29}"/>
              </a:ext>
            </a:extLst>
          </p:cNvPr>
          <p:cNvSpPr/>
          <p:nvPr/>
        </p:nvSpPr>
        <p:spPr>
          <a:xfrm>
            <a:off x="8508196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араллелограмм 39">
            <a:extLst>
              <a:ext uri="{FF2B5EF4-FFF2-40B4-BE49-F238E27FC236}">
                <a16:creationId xmlns:a16="http://schemas.microsoft.com/office/drawing/2014/main" id="{3D6822CF-F941-609D-551E-DB7F6AC06FBA}"/>
              </a:ext>
            </a:extLst>
          </p:cNvPr>
          <p:cNvSpPr/>
          <p:nvPr/>
        </p:nvSpPr>
        <p:spPr>
          <a:xfrm>
            <a:off x="7732680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араллелограмм 40">
            <a:extLst>
              <a:ext uri="{FF2B5EF4-FFF2-40B4-BE49-F238E27FC236}">
                <a16:creationId xmlns:a16="http://schemas.microsoft.com/office/drawing/2014/main" id="{2F01410A-7D9B-CBE0-5B3F-76089B062C54}"/>
              </a:ext>
            </a:extLst>
          </p:cNvPr>
          <p:cNvSpPr/>
          <p:nvPr/>
        </p:nvSpPr>
        <p:spPr>
          <a:xfrm>
            <a:off x="8103158" y="625493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араллелограмм 41">
            <a:extLst>
              <a:ext uri="{FF2B5EF4-FFF2-40B4-BE49-F238E27FC236}">
                <a16:creationId xmlns:a16="http://schemas.microsoft.com/office/drawing/2014/main" id="{4BB6B43A-3D43-46DB-7455-B02864A079BC}"/>
              </a:ext>
            </a:extLst>
          </p:cNvPr>
          <p:cNvSpPr/>
          <p:nvPr/>
        </p:nvSpPr>
        <p:spPr>
          <a:xfrm>
            <a:off x="8530786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араллелограмм 42">
            <a:extLst>
              <a:ext uri="{FF2B5EF4-FFF2-40B4-BE49-F238E27FC236}">
                <a16:creationId xmlns:a16="http://schemas.microsoft.com/office/drawing/2014/main" id="{3A6B0961-E244-D215-283C-2D9EBD8B17C0}"/>
              </a:ext>
            </a:extLst>
          </p:cNvPr>
          <p:cNvSpPr/>
          <p:nvPr/>
        </p:nvSpPr>
        <p:spPr>
          <a:xfrm>
            <a:off x="8901264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араллелограмм 43">
            <a:extLst>
              <a:ext uri="{FF2B5EF4-FFF2-40B4-BE49-F238E27FC236}">
                <a16:creationId xmlns:a16="http://schemas.microsoft.com/office/drawing/2014/main" id="{CA38782C-1F78-2D1F-2D66-2CA0B8698FCC}"/>
              </a:ext>
            </a:extLst>
          </p:cNvPr>
          <p:cNvSpPr/>
          <p:nvPr/>
        </p:nvSpPr>
        <p:spPr>
          <a:xfrm>
            <a:off x="9281715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араллелограмм 44">
            <a:extLst>
              <a:ext uri="{FF2B5EF4-FFF2-40B4-BE49-F238E27FC236}">
                <a16:creationId xmlns:a16="http://schemas.microsoft.com/office/drawing/2014/main" id="{8CBCD80B-9E81-0120-FE89-B64D6A1E116E}"/>
              </a:ext>
            </a:extLst>
          </p:cNvPr>
          <p:cNvSpPr/>
          <p:nvPr/>
        </p:nvSpPr>
        <p:spPr>
          <a:xfrm>
            <a:off x="9652193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араллелограмм 45">
            <a:extLst>
              <a:ext uri="{FF2B5EF4-FFF2-40B4-BE49-F238E27FC236}">
                <a16:creationId xmlns:a16="http://schemas.microsoft.com/office/drawing/2014/main" id="{D9B35AD7-6782-DFCB-0E0A-930F0F05CBCE}"/>
              </a:ext>
            </a:extLst>
          </p:cNvPr>
          <p:cNvSpPr/>
          <p:nvPr/>
        </p:nvSpPr>
        <p:spPr>
          <a:xfrm>
            <a:off x="10014464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араллелограмм 46">
            <a:extLst>
              <a:ext uri="{FF2B5EF4-FFF2-40B4-BE49-F238E27FC236}">
                <a16:creationId xmlns:a16="http://schemas.microsoft.com/office/drawing/2014/main" id="{4D821988-9F6B-386B-A987-C6696A0A6270}"/>
              </a:ext>
            </a:extLst>
          </p:cNvPr>
          <p:cNvSpPr/>
          <p:nvPr/>
        </p:nvSpPr>
        <p:spPr>
          <a:xfrm>
            <a:off x="10384942" y="624089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араллелограмм 47">
            <a:extLst>
              <a:ext uri="{FF2B5EF4-FFF2-40B4-BE49-F238E27FC236}">
                <a16:creationId xmlns:a16="http://schemas.microsoft.com/office/drawing/2014/main" id="{B349CB6D-B0EB-9EFE-637D-CD1F2F0D1499}"/>
              </a:ext>
            </a:extLst>
          </p:cNvPr>
          <p:cNvSpPr/>
          <p:nvPr/>
        </p:nvSpPr>
        <p:spPr>
          <a:xfrm>
            <a:off x="10812570" y="62268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араллелограмм 48">
            <a:extLst>
              <a:ext uri="{FF2B5EF4-FFF2-40B4-BE49-F238E27FC236}">
                <a16:creationId xmlns:a16="http://schemas.microsoft.com/office/drawing/2014/main" id="{2F55E7D6-F27F-7DA7-C185-96A277457D9F}"/>
              </a:ext>
            </a:extLst>
          </p:cNvPr>
          <p:cNvSpPr/>
          <p:nvPr/>
        </p:nvSpPr>
        <p:spPr>
          <a:xfrm>
            <a:off x="11183048" y="622686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араллелограмм 49">
            <a:extLst>
              <a:ext uri="{FF2B5EF4-FFF2-40B4-BE49-F238E27FC236}">
                <a16:creationId xmlns:a16="http://schemas.microsoft.com/office/drawing/2014/main" id="{CEF2C926-85D8-7082-7A27-9812A73ACEC7}"/>
              </a:ext>
            </a:extLst>
          </p:cNvPr>
          <p:cNvSpPr/>
          <p:nvPr/>
        </p:nvSpPr>
        <p:spPr>
          <a:xfrm>
            <a:off x="11563499" y="62268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араллелограмм 50">
            <a:extLst>
              <a:ext uri="{FF2B5EF4-FFF2-40B4-BE49-F238E27FC236}">
                <a16:creationId xmlns:a16="http://schemas.microsoft.com/office/drawing/2014/main" id="{7516D16B-DF9C-546B-DDA7-55D9DA09043A}"/>
              </a:ext>
            </a:extLst>
          </p:cNvPr>
          <p:cNvSpPr/>
          <p:nvPr/>
        </p:nvSpPr>
        <p:spPr>
          <a:xfrm>
            <a:off x="11933977" y="622686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B0F64-911F-A2EB-7F41-9C0588C6E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033" y="28639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 Black" panose="020B0A04020102020204" pitchFamily="34" charset="0"/>
              </a:rPr>
              <a:t>Модуль аутентификации и роли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70FDD95-FE55-7716-B375-7D4FBA8BD1ED}"/>
              </a:ext>
            </a:extLst>
          </p:cNvPr>
          <p:cNvSpPr/>
          <p:nvPr/>
        </p:nvSpPr>
        <p:spPr>
          <a:xfrm>
            <a:off x="11156043" y="2725058"/>
            <a:ext cx="667657" cy="499105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F05AC79-0AB4-ABBB-4253-84D7D8B3483B}"/>
              </a:ext>
            </a:extLst>
          </p:cNvPr>
          <p:cNvSpPr/>
          <p:nvPr/>
        </p:nvSpPr>
        <p:spPr>
          <a:xfrm>
            <a:off x="11156042" y="251618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7E1875B-522A-E9D8-2492-59C0B343792F}"/>
              </a:ext>
            </a:extLst>
          </p:cNvPr>
          <p:cNvSpPr/>
          <p:nvPr/>
        </p:nvSpPr>
        <p:spPr>
          <a:xfrm>
            <a:off x="11156042" y="2344126"/>
            <a:ext cx="667657" cy="8871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DE9837E-C8DE-82AD-C927-CCDB5D15F9C4}"/>
              </a:ext>
            </a:extLst>
          </p:cNvPr>
          <p:cNvSpPr/>
          <p:nvPr/>
        </p:nvSpPr>
        <p:spPr>
          <a:xfrm>
            <a:off x="11156042" y="1889918"/>
            <a:ext cx="667657" cy="49631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F7EFE50-F3D0-67F7-F0FA-E44E175621AB}"/>
              </a:ext>
            </a:extLst>
          </p:cNvPr>
          <p:cNvSpPr/>
          <p:nvPr/>
        </p:nvSpPr>
        <p:spPr>
          <a:xfrm>
            <a:off x="11156042" y="1741125"/>
            <a:ext cx="667657" cy="7082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05C5C2A-B595-1C61-F2A9-F81F532A648C}"/>
              </a:ext>
            </a:extLst>
          </p:cNvPr>
          <p:cNvSpPr/>
          <p:nvPr/>
        </p:nvSpPr>
        <p:spPr>
          <a:xfrm>
            <a:off x="11156042" y="1213644"/>
            <a:ext cx="667657" cy="44057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83F7C13-D82D-DC2A-1348-CFBED652EED4}"/>
              </a:ext>
            </a:extLst>
          </p:cNvPr>
          <p:cNvSpPr/>
          <p:nvPr/>
        </p:nvSpPr>
        <p:spPr>
          <a:xfrm>
            <a:off x="11156041" y="98847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DFA5F41-9698-810B-9987-CA93C8F9EFF4}"/>
              </a:ext>
            </a:extLst>
          </p:cNvPr>
          <p:cNvSpPr/>
          <p:nvPr/>
        </p:nvSpPr>
        <p:spPr>
          <a:xfrm>
            <a:off x="11156040" y="764791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B7F60AB-D789-60A6-0921-BEE9C3EAA81D}"/>
              </a:ext>
            </a:extLst>
          </p:cNvPr>
          <p:cNvSpPr/>
          <p:nvPr/>
        </p:nvSpPr>
        <p:spPr>
          <a:xfrm>
            <a:off x="11156040" y="388077"/>
            <a:ext cx="667657" cy="27914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FE16A36-8506-4879-F821-1E8AE8102864}"/>
              </a:ext>
            </a:extLst>
          </p:cNvPr>
          <p:cNvSpPr/>
          <p:nvPr/>
        </p:nvSpPr>
        <p:spPr>
          <a:xfrm>
            <a:off x="11156039" y="213414"/>
            <a:ext cx="667657" cy="77567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05E7FE0-8B09-FB9B-B153-47E895151AC7}"/>
              </a:ext>
            </a:extLst>
          </p:cNvPr>
          <p:cNvSpPr/>
          <p:nvPr/>
        </p:nvSpPr>
        <p:spPr>
          <a:xfrm>
            <a:off x="11156039" y="-5748"/>
            <a:ext cx="667657" cy="13799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7CA356-C995-23CA-4ABB-73F542F8A627}"/>
              </a:ext>
            </a:extLst>
          </p:cNvPr>
          <p:cNvSpPr/>
          <p:nvPr/>
        </p:nvSpPr>
        <p:spPr>
          <a:xfrm>
            <a:off x="11156038" y="-229436"/>
            <a:ext cx="667657" cy="12033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8EAA94BC-E6ED-C26A-0F77-D1ED2C12941B}"/>
              </a:ext>
            </a:extLst>
          </p:cNvPr>
          <p:cNvSpPr/>
          <p:nvPr/>
        </p:nvSpPr>
        <p:spPr>
          <a:xfrm>
            <a:off x="11156037" y="2065430"/>
            <a:ext cx="667657" cy="198962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араллелограмм 64">
            <a:extLst>
              <a:ext uri="{FF2B5EF4-FFF2-40B4-BE49-F238E27FC236}">
                <a16:creationId xmlns:a16="http://schemas.microsoft.com/office/drawing/2014/main" id="{8250722D-0730-CC11-3FAE-4B32A1D00690}"/>
              </a:ext>
            </a:extLst>
          </p:cNvPr>
          <p:cNvSpPr/>
          <p:nvPr/>
        </p:nvSpPr>
        <p:spPr>
          <a:xfrm>
            <a:off x="9851091" y="404462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араллелограмм 65">
            <a:extLst>
              <a:ext uri="{FF2B5EF4-FFF2-40B4-BE49-F238E27FC236}">
                <a16:creationId xmlns:a16="http://schemas.microsoft.com/office/drawing/2014/main" id="{5B81AD75-38CB-4E9D-00A9-94A7496C489D}"/>
              </a:ext>
            </a:extLst>
          </p:cNvPr>
          <p:cNvSpPr/>
          <p:nvPr/>
        </p:nvSpPr>
        <p:spPr>
          <a:xfrm>
            <a:off x="10221569" y="404461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араллелограмм 66">
            <a:extLst>
              <a:ext uri="{FF2B5EF4-FFF2-40B4-BE49-F238E27FC236}">
                <a16:creationId xmlns:a16="http://schemas.microsoft.com/office/drawing/2014/main" id="{F2AAECA3-A1D0-2115-7E89-0E7C50E7E071}"/>
              </a:ext>
            </a:extLst>
          </p:cNvPr>
          <p:cNvSpPr/>
          <p:nvPr/>
        </p:nvSpPr>
        <p:spPr>
          <a:xfrm>
            <a:off x="10649197" y="390429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Параллелограмм 67">
            <a:extLst>
              <a:ext uri="{FF2B5EF4-FFF2-40B4-BE49-F238E27FC236}">
                <a16:creationId xmlns:a16="http://schemas.microsoft.com/office/drawing/2014/main" id="{D984A4FF-AE65-D409-A537-BE0C089C7300}"/>
              </a:ext>
            </a:extLst>
          </p:cNvPr>
          <p:cNvSpPr/>
          <p:nvPr/>
        </p:nvSpPr>
        <p:spPr>
          <a:xfrm>
            <a:off x="11019675" y="390428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араллелограмм 68">
            <a:extLst>
              <a:ext uri="{FF2B5EF4-FFF2-40B4-BE49-F238E27FC236}">
                <a16:creationId xmlns:a16="http://schemas.microsoft.com/office/drawing/2014/main" id="{C8234AE8-F366-0B48-D1E1-910D02D3F7BB}"/>
              </a:ext>
            </a:extLst>
          </p:cNvPr>
          <p:cNvSpPr/>
          <p:nvPr/>
        </p:nvSpPr>
        <p:spPr>
          <a:xfrm>
            <a:off x="11400126" y="390429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араллелограмм 69">
            <a:extLst>
              <a:ext uri="{FF2B5EF4-FFF2-40B4-BE49-F238E27FC236}">
                <a16:creationId xmlns:a16="http://schemas.microsoft.com/office/drawing/2014/main" id="{B412733A-6BA0-07B4-775B-7EC83ECCDA54}"/>
              </a:ext>
            </a:extLst>
          </p:cNvPr>
          <p:cNvSpPr/>
          <p:nvPr/>
        </p:nvSpPr>
        <p:spPr>
          <a:xfrm>
            <a:off x="11770604" y="390428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B7D2F3C5-C851-D6B7-CB27-D1E8EB567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33" y="1354202"/>
            <a:ext cx="10339520" cy="443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19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араллелограмм 15">
            <a:extLst>
              <a:ext uri="{FF2B5EF4-FFF2-40B4-BE49-F238E27FC236}">
                <a16:creationId xmlns:a16="http://schemas.microsoft.com/office/drawing/2014/main" id="{2F69B884-62AC-C770-25C1-6EB7E090534F}"/>
              </a:ext>
            </a:extLst>
          </p:cNvPr>
          <p:cNvSpPr/>
          <p:nvPr/>
        </p:nvSpPr>
        <p:spPr>
          <a:xfrm>
            <a:off x="-263118" y="631631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араллелограмм 16">
            <a:extLst>
              <a:ext uri="{FF2B5EF4-FFF2-40B4-BE49-F238E27FC236}">
                <a16:creationId xmlns:a16="http://schemas.microsoft.com/office/drawing/2014/main" id="{0320F37B-6EC2-D3C9-6223-7D087E129C21}"/>
              </a:ext>
            </a:extLst>
          </p:cNvPr>
          <p:cNvSpPr/>
          <p:nvPr/>
        </p:nvSpPr>
        <p:spPr>
          <a:xfrm>
            <a:off x="107360" y="6316311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араллелограмм 17">
            <a:extLst>
              <a:ext uri="{FF2B5EF4-FFF2-40B4-BE49-F238E27FC236}">
                <a16:creationId xmlns:a16="http://schemas.microsoft.com/office/drawing/2014/main" id="{8393BE49-4403-4EAB-DE75-98E5013479DE}"/>
              </a:ext>
            </a:extLst>
          </p:cNvPr>
          <p:cNvSpPr/>
          <p:nvPr/>
        </p:nvSpPr>
        <p:spPr>
          <a:xfrm>
            <a:off x="534988" y="630227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араллелограмм 18">
            <a:extLst>
              <a:ext uri="{FF2B5EF4-FFF2-40B4-BE49-F238E27FC236}">
                <a16:creationId xmlns:a16="http://schemas.microsoft.com/office/drawing/2014/main" id="{DF07975C-F616-65C1-F56F-BE9B51693BD4}"/>
              </a:ext>
            </a:extLst>
          </p:cNvPr>
          <p:cNvSpPr/>
          <p:nvPr/>
        </p:nvSpPr>
        <p:spPr>
          <a:xfrm>
            <a:off x="905466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араллелограмм 19">
            <a:extLst>
              <a:ext uri="{FF2B5EF4-FFF2-40B4-BE49-F238E27FC236}">
                <a16:creationId xmlns:a16="http://schemas.microsoft.com/office/drawing/2014/main" id="{0B9A45EC-68C7-A876-DEB2-9A793DA395BF}"/>
              </a:ext>
            </a:extLst>
          </p:cNvPr>
          <p:cNvSpPr/>
          <p:nvPr/>
        </p:nvSpPr>
        <p:spPr>
          <a:xfrm>
            <a:off x="1285917" y="630227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араллелограмм 20">
            <a:extLst>
              <a:ext uri="{FF2B5EF4-FFF2-40B4-BE49-F238E27FC236}">
                <a16:creationId xmlns:a16="http://schemas.microsoft.com/office/drawing/2014/main" id="{8241AE96-AED5-BF6D-1E86-96C198236366}"/>
              </a:ext>
            </a:extLst>
          </p:cNvPr>
          <p:cNvSpPr/>
          <p:nvPr/>
        </p:nvSpPr>
        <p:spPr>
          <a:xfrm>
            <a:off x="1656395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араллелограмм 21">
            <a:extLst>
              <a:ext uri="{FF2B5EF4-FFF2-40B4-BE49-F238E27FC236}">
                <a16:creationId xmlns:a16="http://schemas.microsoft.com/office/drawing/2014/main" id="{8BCCA6A7-BF35-DEDA-AD5F-D5A7428B3C59}"/>
              </a:ext>
            </a:extLst>
          </p:cNvPr>
          <p:cNvSpPr/>
          <p:nvPr/>
        </p:nvSpPr>
        <p:spPr>
          <a:xfrm>
            <a:off x="2018666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араллелограмм 22">
            <a:extLst>
              <a:ext uri="{FF2B5EF4-FFF2-40B4-BE49-F238E27FC236}">
                <a16:creationId xmlns:a16="http://schemas.microsoft.com/office/drawing/2014/main" id="{CC67616A-DB09-396A-A982-82368816AC8C}"/>
              </a:ext>
            </a:extLst>
          </p:cNvPr>
          <p:cNvSpPr/>
          <p:nvPr/>
        </p:nvSpPr>
        <p:spPr>
          <a:xfrm>
            <a:off x="2389144" y="630227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араллелограмм 23">
            <a:extLst>
              <a:ext uri="{FF2B5EF4-FFF2-40B4-BE49-F238E27FC236}">
                <a16:creationId xmlns:a16="http://schemas.microsoft.com/office/drawing/2014/main" id="{08E5E3BB-277C-57D3-CB3B-998DD2414B1B}"/>
              </a:ext>
            </a:extLst>
          </p:cNvPr>
          <p:cNvSpPr/>
          <p:nvPr/>
        </p:nvSpPr>
        <p:spPr>
          <a:xfrm>
            <a:off x="2816772" y="628824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араллелограмм 24">
            <a:extLst>
              <a:ext uri="{FF2B5EF4-FFF2-40B4-BE49-F238E27FC236}">
                <a16:creationId xmlns:a16="http://schemas.microsoft.com/office/drawing/2014/main" id="{CA82AB9D-7B23-FBE4-A94A-66EC19737217}"/>
              </a:ext>
            </a:extLst>
          </p:cNvPr>
          <p:cNvSpPr/>
          <p:nvPr/>
        </p:nvSpPr>
        <p:spPr>
          <a:xfrm>
            <a:off x="3187250" y="628824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араллелограмм 25">
            <a:extLst>
              <a:ext uri="{FF2B5EF4-FFF2-40B4-BE49-F238E27FC236}">
                <a16:creationId xmlns:a16="http://schemas.microsoft.com/office/drawing/2014/main" id="{54D05DBC-1ED9-7C00-494C-C01BE071F507}"/>
              </a:ext>
            </a:extLst>
          </p:cNvPr>
          <p:cNvSpPr/>
          <p:nvPr/>
        </p:nvSpPr>
        <p:spPr>
          <a:xfrm>
            <a:off x="3567701" y="628824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араллелограмм 26">
            <a:extLst>
              <a:ext uri="{FF2B5EF4-FFF2-40B4-BE49-F238E27FC236}">
                <a16:creationId xmlns:a16="http://schemas.microsoft.com/office/drawing/2014/main" id="{0C0CFE45-9EB2-95C8-146B-BB504B91A052}"/>
              </a:ext>
            </a:extLst>
          </p:cNvPr>
          <p:cNvSpPr/>
          <p:nvPr/>
        </p:nvSpPr>
        <p:spPr>
          <a:xfrm>
            <a:off x="3938179" y="628824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араллелограмм 27">
            <a:extLst>
              <a:ext uri="{FF2B5EF4-FFF2-40B4-BE49-F238E27FC236}">
                <a16:creationId xmlns:a16="http://schemas.microsoft.com/office/drawing/2014/main" id="{E142893B-4949-72F9-75A1-C635906DAC29}"/>
              </a:ext>
            </a:extLst>
          </p:cNvPr>
          <p:cNvSpPr/>
          <p:nvPr/>
        </p:nvSpPr>
        <p:spPr>
          <a:xfrm>
            <a:off x="4306899" y="626896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араллелограмм 28">
            <a:extLst>
              <a:ext uri="{FF2B5EF4-FFF2-40B4-BE49-F238E27FC236}">
                <a16:creationId xmlns:a16="http://schemas.microsoft.com/office/drawing/2014/main" id="{18D70781-E13F-0B01-6428-30C61D7EF00E}"/>
              </a:ext>
            </a:extLst>
          </p:cNvPr>
          <p:cNvSpPr/>
          <p:nvPr/>
        </p:nvSpPr>
        <p:spPr>
          <a:xfrm>
            <a:off x="4677377" y="62689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араллелограмм 29">
            <a:extLst>
              <a:ext uri="{FF2B5EF4-FFF2-40B4-BE49-F238E27FC236}">
                <a16:creationId xmlns:a16="http://schemas.microsoft.com/office/drawing/2014/main" id="{FF6E0840-C5E7-274E-B820-9EEB02D3298A}"/>
              </a:ext>
            </a:extLst>
          </p:cNvPr>
          <p:cNvSpPr/>
          <p:nvPr/>
        </p:nvSpPr>
        <p:spPr>
          <a:xfrm>
            <a:off x="5105005" y="625493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араллелограмм 30">
            <a:extLst>
              <a:ext uri="{FF2B5EF4-FFF2-40B4-BE49-F238E27FC236}">
                <a16:creationId xmlns:a16="http://schemas.microsoft.com/office/drawing/2014/main" id="{BEF58E85-3D49-D2C5-AB2D-7F38985760A9}"/>
              </a:ext>
            </a:extLst>
          </p:cNvPr>
          <p:cNvSpPr/>
          <p:nvPr/>
        </p:nvSpPr>
        <p:spPr>
          <a:xfrm>
            <a:off x="5475483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араллелограмм 31">
            <a:extLst>
              <a:ext uri="{FF2B5EF4-FFF2-40B4-BE49-F238E27FC236}">
                <a16:creationId xmlns:a16="http://schemas.microsoft.com/office/drawing/2014/main" id="{5A23FC50-2952-EF84-815D-AB15D6A50E35}"/>
              </a:ext>
            </a:extLst>
          </p:cNvPr>
          <p:cNvSpPr/>
          <p:nvPr/>
        </p:nvSpPr>
        <p:spPr>
          <a:xfrm>
            <a:off x="5855934" y="625493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араллелограмм 32">
            <a:extLst>
              <a:ext uri="{FF2B5EF4-FFF2-40B4-BE49-F238E27FC236}">
                <a16:creationId xmlns:a16="http://schemas.microsoft.com/office/drawing/2014/main" id="{CEA87546-20A1-4797-1030-0ADFE0F5F528}"/>
              </a:ext>
            </a:extLst>
          </p:cNvPr>
          <p:cNvSpPr/>
          <p:nvPr/>
        </p:nvSpPr>
        <p:spPr>
          <a:xfrm>
            <a:off x="6226412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араллелограмм 33">
            <a:extLst>
              <a:ext uri="{FF2B5EF4-FFF2-40B4-BE49-F238E27FC236}">
                <a16:creationId xmlns:a16="http://schemas.microsoft.com/office/drawing/2014/main" id="{164A3111-6783-DB01-BCF9-976FBED8DE44}"/>
              </a:ext>
            </a:extLst>
          </p:cNvPr>
          <p:cNvSpPr/>
          <p:nvPr/>
        </p:nvSpPr>
        <p:spPr>
          <a:xfrm>
            <a:off x="6588683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араллелограмм 34">
            <a:extLst>
              <a:ext uri="{FF2B5EF4-FFF2-40B4-BE49-F238E27FC236}">
                <a16:creationId xmlns:a16="http://schemas.microsoft.com/office/drawing/2014/main" id="{0A60E7C4-E692-9122-8E10-F3AC26B7893A}"/>
              </a:ext>
            </a:extLst>
          </p:cNvPr>
          <p:cNvSpPr/>
          <p:nvPr/>
        </p:nvSpPr>
        <p:spPr>
          <a:xfrm>
            <a:off x="6959161" y="625493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араллелограмм 35">
            <a:extLst>
              <a:ext uri="{FF2B5EF4-FFF2-40B4-BE49-F238E27FC236}">
                <a16:creationId xmlns:a16="http://schemas.microsoft.com/office/drawing/2014/main" id="{E6DD9F66-51BF-BA11-74CA-020EAE023EC1}"/>
              </a:ext>
            </a:extLst>
          </p:cNvPr>
          <p:cNvSpPr/>
          <p:nvPr/>
        </p:nvSpPr>
        <p:spPr>
          <a:xfrm>
            <a:off x="7386789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араллелограмм 36">
            <a:extLst>
              <a:ext uri="{FF2B5EF4-FFF2-40B4-BE49-F238E27FC236}">
                <a16:creationId xmlns:a16="http://schemas.microsoft.com/office/drawing/2014/main" id="{16D3A8BA-AD4B-377C-3640-167E867F4E5C}"/>
              </a:ext>
            </a:extLst>
          </p:cNvPr>
          <p:cNvSpPr/>
          <p:nvPr/>
        </p:nvSpPr>
        <p:spPr>
          <a:xfrm>
            <a:off x="7757267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араллелограмм 37">
            <a:extLst>
              <a:ext uri="{FF2B5EF4-FFF2-40B4-BE49-F238E27FC236}">
                <a16:creationId xmlns:a16="http://schemas.microsoft.com/office/drawing/2014/main" id="{C37E7A90-C03F-044D-013D-F3B31A285C01}"/>
              </a:ext>
            </a:extLst>
          </p:cNvPr>
          <p:cNvSpPr/>
          <p:nvPr/>
        </p:nvSpPr>
        <p:spPr>
          <a:xfrm>
            <a:off x="8137718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араллелограмм 38">
            <a:extLst>
              <a:ext uri="{FF2B5EF4-FFF2-40B4-BE49-F238E27FC236}">
                <a16:creationId xmlns:a16="http://schemas.microsoft.com/office/drawing/2014/main" id="{394FF4A7-3094-57C7-F753-D0054B957D29}"/>
              </a:ext>
            </a:extLst>
          </p:cNvPr>
          <p:cNvSpPr/>
          <p:nvPr/>
        </p:nvSpPr>
        <p:spPr>
          <a:xfrm>
            <a:off x="8508196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араллелограмм 39">
            <a:extLst>
              <a:ext uri="{FF2B5EF4-FFF2-40B4-BE49-F238E27FC236}">
                <a16:creationId xmlns:a16="http://schemas.microsoft.com/office/drawing/2014/main" id="{3D6822CF-F941-609D-551E-DB7F6AC06FBA}"/>
              </a:ext>
            </a:extLst>
          </p:cNvPr>
          <p:cNvSpPr/>
          <p:nvPr/>
        </p:nvSpPr>
        <p:spPr>
          <a:xfrm>
            <a:off x="7732680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араллелограмм 40">
            <a:extLst>
              <a:ext uri="{FF2B5EF4-FFF2-40B4-BE49-F238E27FC236}">
                <a16:creationId xmlns:a16="http://schemas.microsoft.com/office/drawing/2014/main" id="{2F01410A-7D9B-CBE0-5B3F-76089B062C54}"/>
              </a:ext>
            </a:extLst>
          </p:cNvPr>
          <p:cNvSpPr/>
          <p:nvPr/>
        </p:nvSpPr>
        <p:spPr>
          <a:xfrm>
            <a:off x="8103158" y="625493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араллелограмм 41">
            <a:extLst>
              <a:ext uri="{FF2B5EF4-FFF2-40B4-BE49-F238E27FC236}">
                <a16:creationId xmlns:a16="http://schemas.microsoft.com/office/drawing/2014/main" id="{4BB6B43A-3D43-46DB-7455-B02864A079BC}"/>
              </a:ext>
            </a:extLst>
          </p:cNvPr>
          <p:cNvSpPr/>
          <p:nvPr/>
        </p:nvSpPr>
        <p:spPr>
          <a:xfrm>
            <a:off x="8530786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араллелограмм 42">
            <a:extLst>
              <a:ext uri="{FF2B5EF4-FFF2-40B4-BE49-F238E27FC236}">
                <a16:creationId xmlns:a16="http://schemas.microsoft.com/office/drawing/2014/main" id="{3A6B0961-E244-D215-283C-2D9EBD8B17C0}"/>
              </a:ext>
            </a:extLst>
          </p:cNvPr>
          <p:cNvSpPr/>
          <p:nvPr/>
        </p:nvSpPr>
        <p:spPr>
          <a:xfrm>
            <a:off x="8901264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араллелограмм 43">
            <a:extLst>
              <a:ext uri="{FF2B5EF4-FFF2-40B4-BE49-F238E27FC236}">
                <a16:creationId xmlns:a16="http://schemas.microsoft.com/office/drawing/2014/main" id="{CA38782C-1F78-2D1F-2D66-2CA0B8698FCC}"/>
              </a:ext>
            </a:extLst>
          </p:cNvPr>
          <p:cNvSpPr/>
          <p:nvPr/>
        </p:nvSpPr>
        <p:spPr>
          <a:xfrm>
            <a:off x="9281715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араллелограмм 44">
            <a:extLst>
              <a:ext uri="{FF2B5EF4-FFF2-40B4-BE49-F238E27FC236}">
                <a16:creationId xmlns:a16="http://schemas.microsoft.com/office/drawing/2014/main" id="{8CBCD80B-9E81-0120-FE89-B64D6A1E116E}"/>
              </a:ext>
            </a:extLst>
          </p:cNvPr>
          <p:cNvSpPr/>
          <p:nvPr/>
        </p:nvSpPr>
        <p:spPr>
          <a:xfrm>
            <a:off x="9652193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араллелограмм 45">
            <a:extLst>
              <a:ext uri="{FF2B5EF4-FFF2-40B4-BE49-F238E27FC236}">
                <a16:creationId xmlns:a16="http://schemas.microsoft.com/office/drawing/2014/main" id="{D9B35AD7-6782-DFCB-0E0A-930F0F05CBCE}"/>
              </a:ext>
            </a:extLst>
          </p:cNvPr>
          <p:cNvSpPr/>
          <p:nvPr/>
        </p:nvSpPr>
        <p:spPr>
          <a:xfrm>
            <a:off x="10014464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араллелограмм 46">
            <a:extLst>
              <a:ext uri="{FF2B5EF4-FFF2-40B4-BE49-F238E27FC236}">
                <a16:creationId xmlns:a16="http://schemas.microsoft.com/office/drawing/2014/main" id="{4D821988-9F6B-386B-A987-C6696A0A6270}"/>
              </a:ext>
            </a:extLst>
          </p:cNvPr>
          <p:cNvSpPr/>
          <p:nvPr/>
        </p:nvSpPr>
        <p:spPr>
          <a:xfrm>
            <a:off x="10384942" y="624089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араллелограмм 47">
            <a:extLst>
              <a:ext uri="{FF2B5EF4-FFF2-40B4-BE49-F238E27FC236}">
                <a16:creationId xmlns:a16="http://schemas.microsoft.com/office/drawing/2014/main" id="{B349CB6D-B0EB-9EFE-637D-CD1F2F0D1499}"/>
              </a:ext>
            </a:extLst>
          </p:cNvPr>
          <p:cNvSpPr/>
          <p:nvPr/>
        </p:nvSpPr>
        <p:spPr>
          <a:xfrm>
            <a:off x="10812570" y="62268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араллелограмм 48">
            <a:extLst>
              <a:ext uri="{FF2B5EF4-FFF2-40B4-BE49-F238E27FC236}">
                <a16:creationId xmlns:a16="http://schemas.microsoft.com/office/drawing/2014/main" id="{2F55E7D6-F27F-7DA7-C185-96A277457D9F}"/>
              </a:ext>
            </a:extLst>
          </p:cNvPr>
          <p:cNvSpPr/>
          <p:nvPr/>
        </p:nvSpPr>
        <p:spPr>
          <a:xfrm>
            <a:off x="11183048" y="622686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араллелограмм 49">
            <a:extLst>
              <a:ext uri="{FF2B5EF4-FFF2-40B4-BE49-F238E27FC236}">
                <a16:creationId xmlns:a16="http://schemas.microsoft.com/office/drawing/2014/main" id="{CEF2C926-85D8-7082-7A27-9812A73ACEC7}"/>
              </a:ext>
            </a:extLst>
          </p:cNvPr>
          <p:cNvSpPr/>
          <p:nvPr/>
        </p:nvSpPr>
        <p:spPr>
          <a:xfrm>
            <a:off x="11563499" y="62268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араллелограмм 50">
            <a:extLst>
              <a:ext uri="{FF2B5EF4-FFF2-40B4-BE49-F238E27FC236}">
                <a16:creationId xmlns:a16="http://schemas.microsoft.com/office/drawing/2014/main" id="{7516D16B-DF9C-546B-DDA7-55D9DA09043A}"/>
              </a:ext>
            </a:extLst>
          </p:cNvPr>
          <p:cNvSpPr/>
          <p:nvPr/>
        </p:nvSpPr>
        <p:spPr>
          <a:xfrm>
            <a:off x="11933977" y="622686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B0F64-911F-A2EB-7F41-9C0588C6E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033" y="28639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 Black" panose="020B0A04020102020204" pitchFamily="34" charset="0"/>
              </a:rPr>
              <a:t>Модуль аутентификации и роли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70FDD95-FE55-7716-B375-7D4FBA8BD1ED}"/>
              </a:ext>
            </a:extLst>
          </p:cNvPr>
          <p:cNvSpPr/>
          <p:nvPr/>
        </p:nvSpPr>
        <p:spPr>
          <a:xfrm>
            <a:off x="11156043" y="2725058"/>
            <a:ext cx="667657" cy="499105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F05AC79-0AB4-ABBB-4253-84D7D8B3483B}"/>
              </a:ext>
            </a:extLst>
          </p:cNvPr>
          <p:cNvSpPr/>
          <p:nvPr/>
        </p:nvSpPr>
        <p:spPr>
          <a:xfrm>
            <a:off x="11156042" y="251618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7E1875B-522A-E9D8-2492-59C0B343792F}"/>
              </a:ext>
            </a:extLst>
          </p:cNvPr>
          <p:cNvSpPr/>
          <p:nvPr/>
        </p:nvSpPr>
        <p:spPr>
          <a:xfrm>
            <a:off x="11156042" y="2344126"/>
            <a:ext cx="667657" cy="8871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DE9837E-C8DE-82AD-C927-CCDB5D15F9C4}"/>
              </a:ext>
            </a:extLst>
          </p:cNvPr>
          <p:cNvSpPr/>
          <p:nvPr/>
        </p:nvSpPr>
        <p:spPr>
          <a:xfrm>
            <a:off x="11156042" y="1889918"/>
            <a:ext cx="667657" cy="49631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F7EFE50-F3D0-67F7-F0FA-E44E175621AB}"/>
              </a:ext>
            </a:extLst>
          </p:cNvPr>
          <p:cNvSpPr/>
          <p:nvPr/>
        </p:nvSpPr>
        <p:spPr>
          <a:xfrm>
            <a:off x="11156042" y="1741125"/>
            <a:ext cx="667657" cy="7082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05C5C2A-B595-1C61-F2A9-F81F532A648C}"/>
              </a:ext>
            </a:extLst>
          </p:cNvPr>
          <p:cNvSpPr/>
          <p:nvPr/>
        </p:nvSpPr>
        <p:spPr>
          <a:xfrm>
            <a:off x="11156042" y="1213644"/>
            <a:ext cx="667657" cy="44057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83F7C13-D82D-DC2A-1348-CFBED652EED4}"/>
              </a:ext>
            </a:extLst>
          </p:cNvPr>
          <p:cNvSpPr/>
          <p:nvPr/>
        </p:nvSpPr>
        <p:spPr>
          <a:xfrm>
            <a:off x="11156041" y="98847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DFA5F41-9698-810B-9987-CA93C8F9EFF4}"/>
              </a:ext>
            </a:extLst>
          </p:cNvPr>
          <p:cNvSpPr/>
          <p:nvPr/>
        </p:nvSpPr>
        <p:spPr>
          <a:xfrm>
            <a:off x="11156040" y="764791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B7F60AB-D789-60A6-0921-BEE9C3EAA81D}"/>
              </a:ext>
            </a:extLst>
          </p:cNvPr>
          <p:cNvSpPr/>
          <p:nvPr/>
        </p:nvSpPr>
        <p:spPr>
          <a:xfrm>
            <a:off x="11156040" y="388077"/>
            <a:ext cx="667657" cy="27914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FE16A36-8506-4879-F821-1E8AE8102864}"/>
              </a:ext>
            </a:extLst>
          </p:cNvPr>
          <p:cNvSpPr/>
          <p:nvPr/>
        </p:nvSpPr>
        <p:spPr>
          <a:xfrm>
            <a:off x="11156039" y="213414"/>
            <a:ext cx="667657" cy="77567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05E7FE0-8B09-FB9B-B153-47E895151AC7}"/>
              </a:ext>
            </a:extLst>
          </p:cNvPr>
          <p:cNvSpPr/>
          <p:nvPr/>
        </p:nvSpPr>
        <p:spPr>
          <a:xfrm>
            <a:off x="11156039" y="-5748"/>
            <a:ext cx="667657" cy="13799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7CA356-C995-23CA-4ABB-73F542F8A627}"/>
              </a:ext>
            </a:extLst>
          </p:cNvPr>
          <p:cNvSpPr/>
          <p:nvPr/>
        </p:nvSpPr>
        <p:spPr>
          <a:xfrm>
            <a:off x="11156038" y="-229436"/>
            <a:ext cx="667657" cy="12033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8EAA94BC-E6ED-C26A-0F77-D1ED2C12941B}"/>
              </a:ext>
            </a:extLst>
          </p:cNvPr>
          <p:cNvSpPr/>
          <p:nvPr/>
        </p:nvSpPr>
        <p:spPr>
          <a:xfrm>
            <a:off x="11156037" y="2065430"/>
            <a:ext cx="667657" cy="198962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араллелограмм 64">
            <a:extLst>
              <a:ext uri="{FF2B5EF4-FFF2-40B4-BE49-F238E27FC236}">
                <a16:creationId xmlns:a16="http://schemas.microsoft.com/office/drawing/2014/main" id="{8250722D-0730-CC11-3FAE-4B32A1D00690}"/>
              </a:ext>
            </a:extLst>
          </p:cNvPr>
          <p:cNvSpPr/>
          <p:nvPr/>
        </p:nvSpPr>
        <p:spPr>
          <a:xfrm>
            <a:off x="9851091" y="404462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араллелограмм 65">
            <a:extLst>
              <a:ext uri="{FF2B5EF4-FFF2-40B4-BE49-F238E27FC236}">
                <a16:creationId xmlns:a16="http://schemas.microsoft.com/office/drawing/2014/main" id="{5B81AD75-38CB-4E9D-00A9-94A7496C489D}"/>
              </a:ext>
            </a:extLst>
          </p:cNvPr>
          <p:cNvSpPr/>
          <p:nvPr/>
        </p:nvSpPr>
        <p:spPr>
          <a:xfrm>
            <a:off x="10221569" y="404461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араллелограмм 66">
            <a:extLst>
              <a:ext uri="{FF2B5EF4-FFF2-40B4-BE49-F238E27FC236}">
                <a16:creationId xmlns:a16="http://schemas.microsoft.com/office/drawing/2014/main" id="{F2AAECA3-A1D0-2115-7E89-0E7C50E7E071}"/>
              </a:ext>
            </a:extLst>
          </p:cNvPr>
          <p:cNvSpPr/>
          <p:nvPr/>
        </p:nvSpPr>
        <p:spPr>
          <a:xfrm>
            <a:off x="10649197" y="390429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Параллелограмм 67">
            <a:extLst>
              <a:ext uri="{FF2B5EF4-FFF2-40B4-BE49-F238E27FC236}">
                <a16:creationId xmlns:a16="http://schemas.microsoft.com/office/drawing/2014/main" id="{D984A4FF-AE65-D409-A537-BE0C089C7300}"/>
              </a:ext>
            </a:extLst>
          </p:cNvPr>
          <p:cNvSpPr/>
          <p:nvPr/>
        </p:nvSpPr>
        <p:spPr>
          <a:xfrm>
            <a:off x="11019675" y="390428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араллелограмм 68">
            <a:extLst>
              <a:ext uri="{FF2B5EF4-FFF2-40B4-BE49-F238E27FC236}">
                <a16:creationId xmlns:a16="http://schemas.microsoft.com/office/drawing/2014/main" id="{C8234AE8-F366-0B48-D1E1-910D02D3F7BB}"/>
              </a:ext>
            </a:extLst>
          </p:cNvPr>
          <p:cNvSpPr/>
          <p:nvPr/>
        </p:nvSpPr>
        <p:spPr>
          <a:xfrm>
            <a:off x="11400126" y="390429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араллелограмм 69">
            <a:extLst>
              <a:ext uri="{FF2B5EF4-FFF2-40B4-BE49-F238E27FC236}">
                <a16:creationId xmlns:a16="http://schemas.microsoft.com/office/drawing/2014/main" id="{B412733A-6BA0-07B4-775B-7EC83ECCDA54}"/>
              </a:ext>
            </a:extLst>
          </p:cNvPr>
          <p:cNvSpPr/>
          <p:nvPr/>
        </p:nvSpPr>
        <p:spPr>
          <a:xfrm>
            <a:off x="11770604" y="390428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B7D2F3C5-C851-D6B7-CB27-D1E8EB5672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033" y="1362280"/>
            <a:ext cx="10339520" cy="441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08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араллелограмм 15">
            <a:extLst>
              <a:ext uri="{FF2B5EF4-FFF2-40B4-BE49-F238E27FC236}">
                <a16:creationId xmlns:a16="http://schemas.microsoft.com/office/drawing/2014/main" id="{2F69B884-62AC-C770-25C1-6EB7E090534F}"/>
              </a:ext>
            </a:extLst>
          </p:cNvPr>
          <p:cNvSpPr/>
          <p:nvPr/>
        </p:nvSpPr>
        <p:spPr>
          <a:xfrm>
            <a:off x="-263118" y="631631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араллелограмм 16">
            <a:extLst>
              <a:ext uri="{FF2B5EF4-FFF2-40B4-BE49-F238E27FC236}">
                <a16:creationId xmlns:a16="http://schemas.microsoft.com/office/drawing/2014/main" id="{0320F37B-6EC2-D3C9-6223-7D087E129C21}"/>
              </a:ext>
            </a:extLst>
          </p:cNvPr>
          <p:cNvSpPr/>
          <p:nvPr/>
        </p:nvSpPr>
        <p:spPr>
          <a:xfrm>
            <a:off x="107360" y="6316311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араллелограмм 17">
            <a:extLst>
              <a:ext uri="{FF2B5EF4-FFF2-40B4-BE49-F238E27FC236}">
                <a16:creationId xmlns:a16="http://schemas.microsoft.com/office/drawing/2014/main" id="{8393BE49-4403-4EAB-DE75-98E5013479DE}"/>
              </a:ext>
            </a:extLst>
          </p:cNvPr>
          <p:cNvSpPr/>
          <p:nvPr/>
        </p:nvSpPr>
        <p:spPr>
          <a:xfrm>
            <a:off x="534988" y="630227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араллелограмм 18">
            <a:extLst>
              <a:ext uri="{FF2B5EF4-FFF2-40B4-BE49-F238E27FC236}">
                <a16:creationId xmlns:a16="http://schemas.microsoft.com/office/drawing/2014/main" id="{DF07975C-F616-65C1-F56F-BE9B51693BD4}"/>
              </a:ext>
            </a:extLst>
          </p:cNvPr>
          <p:cNvSpPr/>
          <p:nvPr/>
        </p:nvSpPr>
        <p:spPr>
          <a:xfrm>
            <a:off x="905466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араллелограмм 19">
            <a:extLst>
              <a:ext uri="{FF2B5EF4-FFF2-40B4-BE49-F238E27FC236}">
                <a16:creationId xmlns:a16="http://schemas.microsoft.com/office/drawing/2014/main" id="{0B9A45EC-68C7-A876-DEB2-9A793DA395BF}"/>
              </a:ext>
            </a:extLst>
          </p:cNvPr>
          <p:cNvSpPr/>
          <p:nvPr/>
        </p:nvSpPr>
        <p:spPr>
          <a:xfrm>
            <a:off x="1285917" y="630227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араллелограмм 20">
            <a:extLst>
              <a:ext uri="{FF2B5EF4-FFF2-40B4-BE49-F238E27FC236}">
                <a16:creationId xmlns:a16="http://schemas.microsoft.com/office/drawing/2014/main" id="{8241AE96-AED5-BF6D-1E86-96C198236366}"/>
              </a:ext>
            </a:extLst>
          </p:cNvPr>
          <p:cNvSpPr/>
          <p:nvPr/>
        </p:nvSpPr>
        <p:spPr>
          <a:xfrm>
            <a:off x="1656395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араллелограмм 21">
            <a:extLst>
              <a:ext uri="{FF2B5EF4-FFF2-40B4-BE49-F238E27FC236}">
                <a16:creationId xmlns:a16="http://schemas.microsoft.com/office/drawing/2014/main" id="{8BCCA6A7-BF35-DEDA-AD5F-D5A7428B3C59}"/>
              </a:ext>
            </a:extLst>
          </p:cNvPr>
          <p:cNvSpPr/>
          <p:nvPr/>
        </p:nvSpPr>
        <p:spPr>
          <a:xfrm>
            <a:off x="2018666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араллелограмм 22">
            <a:extLst>
              <a:ext uri="{FF2B5EF4-FFF2-40B4-BE49-F238E27FC236}">
                <a16:creationId xmlns:a16="http://schemas.microsoft.com/office/drawing/2014/main" id="{CC67616A-DB09-396A-A982-82368816AC8C}"/>
              </a:ext>
            </a:extLst>
          </p:cNvPr>
          <p:cNvSpPr/>
          <p:nvPr/>
        </p:nvSpPr>
        <p:spPr>
          <a:xfrm>
            <a:off x="2389144" y="630227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араллелограмм 23">
            <a:extLst>
              <a:ext uri="{FF2B5EF4-FFF2-40B4-BE49-F238E27FC236}">
                <a16:creationId xmlns:a16="http://schemas.microsoft.com/office/drawing/2014/main" id="{08E5E3BB-277C-57D3-CB3B-998DD2414B1B}"/>
              </a:ext>
            </a:extLst>
          </p:cNvPr>
          <p:cNvSpPr/>
          <p:nvPr/>
        </p:nvSpPr>
        <p:spPr>
          <a:xfrm>
            <a:off x="2816772" y="628824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араллелограмм 24">
            <a:extLst>
              <a:ext uri="{FF2B5EF4-FFF2-40B4-BE49-F238E27FC236}">
                <a16:creationId xmlns:a16="http://schemas.microsoft.com/office/drawing/2014/main" id="{CA82AB9D-7B23-FBE4-A94A-66EC19737217}"/>
              </a:ext>
            </a:extLst>
          </p:cNvPr>
          <p:cNvSpPr/>
          <p:nvPr/>
        </p:nvSpPr>
        <p:spPr>
          <a:xfrm>
            <a:off x="3187250" y="628824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араллелограмм 25">
            <a:extLst>
              <a:ext uri="{FF2B5EF4-FFF2-40B4-BE49-F238E27FC236}">
                <a16:creationId xmlns:a16="http://schemas.microsoft.com/office/drawing/2014/main" id="{54D05DBC-1ED9-7C00-494C-C01BE071F507}"/>
              </a:ext>
            </a:extLst>
          </p:cNvPr>
          <p:cNvSpPr/>
          <p:nvPr/>
        </p:nvSpPr>
        <p:spPr>
          <a:xfrm>
            <a:off x="3567701" y="628824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араллелограмм 26">
            <a:extLst>
              <a:ext uri="{FF2B5EF4-FFF2-40B4-BE49-F238E27FC236}">
                <a16:creationId xmlns:a16="http://schemas.microsoft.com/office/drawing/2014/main" id="{0C0CFE45-9EB2-95C8-146B-BB504B91A052}"/>
              </a:ext>
            </a:extLst>
          </p:cNvPr>
          <p:cNvSpPr/>
          <p:nvPr/>
        </p:nvSpPr>
        <p:spPr>
          <a:xfrm>
            <a:off x="3938179" y="628824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араллелограмм 27">
            <a:extLst>
              <a:ext uri="{FF2B5EF4-FFF2-40B4-BE49-F238E27FC236}">
                <a16:creationId xmlns:a16="http://schemas.microsoft.com/office/drawing/2014/main" id="{E142893B-4949-72F9-75A1-C635906DAC29}"/>
              </a:ext>
            </a:extLst>
          </p:cNvPr>
          <p:cNvSpPr/>
          <p:nvPr/>
        </p:nvSpPr>
        <p:spPr>
          <a:xfrm>
            <a:off x="4306899" y="626896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араллелограмм 28">
            <a:extLst>
              <a:ext uri="{FF2B5EF4-FFF2-40B4-BE49-F238E27FC236}">
                <a16:creationId xmlns:a16="http://schemas.microsoft.com/office/drawing/2014/main" id="{18D70781-E13F-0B01-6428-30C61D7EF00E}"/>
              </a:ext>
            </a:extLst>
          </p:cNvPr>
          <p:cNvSpPr/>
          <p:nvPr/>
        </p:nvSpPr>
        <p:spPr>
          <a:xfrm>
            <a:off x="4677377" y="62689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араллелограмм 29">
            <a:extLst>
              <a:ext uri="{FF2B5EF4-FFF2-40B4-BE49-F238E27FC236}">
                <a16:creationId xmlns:a16="http://schemas.microsoft.com/office/drawing/2014/main" id="{FF6E0840-C5E7-274E-B820-9EEB02D3298A}"/>
              </a:ext>
            </a:extLst>
          </p:cNvPr>
          <p:cNvSpPr/>
          <p:nvPr/>
        </p:nvSpPr>
        <p:spPr>
          <a:xfrm>
            <a:off x="5105005" y="625493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араллелограмм 30">
            <a:extLst>
              <a:ext uri="{FF2B5EF4-FFF2-40B4-BE49-F238E27FC236}">
                <a16:creationId xmlns:a16="http://schemas.microsoft.com/office/drawing/2014/main" id="{BEF58E85-3D49-D2C5-AB2D-7F38985760A9}"/>
              </a:ext>
            </a:extLst>
          </p:cNvPr>
          <p:cNvSpPr/>
          <p:nvPr/>
        </p:nvSpPr>
        <p:spPr>
          <a:xfrm>
            <a:off x="5475483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араллелограмм 31">
            <a:extLst>
              <a:ext uri="{FF2B5EF4-FFF2-40B4-BE49-F238E27FC236}">
                <a16:creationId xmlns:a16="http://schemas.microsoft.com/office/drawing/2014/main" id="{5A23FC50-2952-EF84-815D-AB15D6A50E35}"/>
              </a:ext>
            </a:extLst>
          </p:cNvPr>
          <p:cNvSpPr/>
          <p:nvPr/>
        </p:nvSpPr>
        <p:spPr>
          <a:xfrm>
            <a:off x="5855934" y="625493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араллелограмм 32">
            <a:extLst>
              <a:ext uri="{FF2B5EF4-FFF2-40B4-BE49-F238E27FC236}">
                <a16:creationId xmlns:a16="http://schemas.microsoft.com/office/drawing/2014/main" id="{CEA87546-20A1-4797-1030-0ADFE0F5F528}"/>
              </a:ext>
            </a:extLst>
          </p:cNvPr>
          <p:cNvSpPr/>
          <p:nvPr/>
        </p:nvSpPr>
        <p:spPr>
          <a:xfrm>
            <a:off x="6226412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араллелограмм 33">
            <a:extLst>
              <a:ext uri="{FF2B5EF4-FFF2-40B4-BE49-F238E27FC236}">
                <a16:creationId xmlns:a16="http://schemas.microsoft.com/office/drawing/2014/main" id="{164A3111-6783-DB01-BCF9-976FBED8DE44}"/>
              </a:ext>
            </a:extLst>
          </p:cNvPr>
          <p:cNvSpPr/>
          <p:nvPr/>
        </p:nvSpPr>
        <p:spPr>
          <a:xfrm>
            <a:off x="6588683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араллелограмм 34">
            <a:extLst>
              <a:ext uri="{FF2B5EF4-FFF2-40B4-BE49-F238E27FC236}">
                <a16:creationId xmlns:a16="http://schemas.microsoft.com/office/drawing/2014/main" id="{0A60E7C4-E692-9122-8E10-F3AC26B7893A}"/>
              </a:ext>
            </a:extLst>
          </p:cNvPr>
          <p:cNvSpPr/>
          <p:nvPr/>
        </p:nvSpPr>
        <p:spPr>
          <a:xfrm>
            <a:off x="6959161" y="625493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араллелограмм 35">
            <a:extLst>
              <a:ext uri="{FF2B5EF4-FFF2-40B4-BE49-F238E27FC236}">
                <a16:creationId xmlns:a16="http://schemas.microsoft.com/office/drawing/2014/main" id="{E6DD9F66-51BF-BA11-74CA-020EAE023EC1}"/>
              </a:ext>
            </a:extLst>
          </p:cNvPr>
          <p:cNvSpPr/>
          <p:nvPr/>
        </p:nvSpPr>
        <p:spPr>
          <a:xfrm>
            <a:off x="7386789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араллелограмм 36">
            <a:extLst>
              <a:ext uri="{FF2B5EF4-FFF2-40B4-BE49-F238E27FC236}">
                <a16:creationId xmlns:a16="http://schemas.microsoft.com/office/drawing/2014/main" id="{16D3A8BA-AD4B-377C-3640-167E867F4E5C}"/>
              </a:ext>
            </a:extLst>
          </p:cNvPr>
          <p:cNvSpPr/>
          <p:nvPr/>
        </p:nvSpPr>
        <p:spPr>
          <a:xfrm>
            <a:off x="7757267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араллелограмм 37">
            <a:extLst>
              <a:ext uri="{FF2B5EF4-FFF2-40B4-BE49-F238E27FC236}">
                <a16:creationId xmlns:a16="http://schemas.microsoft.com/office/drawing/2014/main" id="{C37E7A90-C03F-044D-013D-F3B31A285C01}"/>
              </a:ext>
            </a:extLst>
          </p:cNvPr>
          <p:cNvSpPr/>
          <p:nvPr/>
        </p:nvSpPr>
        <p:spPr>
          <a:xfrm>
            <a:off x="8137718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араллелограмм 38">
            <a:extLst>
              <a:ext uri="{FF2B5EF4-FFF2-40B4-BE49-F238E27FC236}">
                <a16:creationId xmlns:a16="http://schemas.microsoft.com/office/drawing/2014/main" id="{394FF4A7-3094-57C7-F753-D0054B957D29}"/>
              </a:ext>
            </a:extLst>
          </p:cNvPr>
          <p:cNvSpPr/>
          <p:nvPr/>
        </p:nvSpPr>
        <p:spPr>
          <a:xfrm>
            <a:off x="8508196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араллелограмм 39">
            <a:extLst>
              <a:ext uri="{FF2B5EF4-FFF2-40B4-BE49-F238E27FC236}">
                <a16:creationId xmlns:a16="http://schemas.microsoft.com/office/drawing/2014/main" id="{3D6822CF-F941-609D-551E-DB7F6AC06FBA}"/>
              </a:ext>
            </a:extLst>
          </p:cNvPr>
          <p:cNvSpPr/>
          <p:nvPr/>
        </p:nvSpPr>
        <p:spPr>
          <a:xfrm>
            <a:off x="7732680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араллелограмм 40">
            <a:extLst>
              <a:ext uri="{FF2B5EF4-FFF2-40B4-BE49-F238E27FC236}">
                <a16:creationId xmlns:a16="http://schemas.microsoft.com/office/drawing/2014/main" id="{2F01410A-7D9B-CBE0-5B3F-76089B062C54}"/>
              </a:ext>
            </a:extLst>
          </p:cNvPr>
          <p:cNvSpPr/>
          <p:nvPr/>
        </p:nvSpPr>
        <p:spPr>
          <a:xfrm>
            <a:off x="8103158" y="625493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араллелограмм 41">
            <a:extLst>
              <a:ext uri="{FF2B5EF4-FFF2-40B4-BE49-F238E27FC236}">
                <a16:creationId xmlns:a16="http://schemas.microsoft.com/office/drawing/2014/main" id="{4BB6B43A-3D43-46DB-7455-B02864A079BC}"/>
              </a:ext>
            </a:extLst>
          </p:cNvPr>
          <p:cNvSpPr/>
          <p:nvPr/>
        </p:nvSpPr>
        <p:spPr>
          <a:xfrm>
            <a:off x="8530786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араллелограмм 42">
            <a:extLst>
              <a:ext uri="{FF2B5EF4-FFF2-40B4-BE49-F238E27FC236}">
                <a16:creationId xmlns:a16="http://schemas.microsoft.com/office/drawing/2014/main" id="{3A6B0961-E244-D215-283C-2D9EBD8B17C0}"/>
              </a:ext>
            </a:extLst>
          </p:cNvPr>
          <p:cNvSpPr/>
          <p:nvPr/>
        </p:nvSpPr>
        <p:spPr>
          <a:xfrm>
            <a:off x="8901264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араллелограмм 43">
            <a:extLst>
              <a:ext uri="{FF2B5EF4-FFF2-40B4-BE49-F238E27FC236}">
                <a16:creationId xmlns:a16="http://schemas.microsoft.com/office/drawing/2014/main" id="{CA38782C-1F78-2D1F-2D66-2CA0B8698FCC}"/>
              </a:ext>
            </a:extLst>
          </p:cNvPr>
          <p:cNvSpPr/>
          <p:nvPr/>
        </p:nvSpPr>
        <p:spPr>
          <a:xfrm>
            <a:off x="9281715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араллелограмм 44">
            <a:extLst>
              <a:ext uri="{FF2B5EF4-FFF2-40B4-BE49-F238E27FC236}">
                <a16:creationId xmlns:a16="http://schemas.microsoft.com/office/drawing/2014/main" id="{8CBCD80B-9E81-0120-FE89-B64D6A1E116E}"/>
              </a:ext>
            </a:extLst>
          </p:cNvPr>
          <p:cNvSpPr/>
          <p:nvPr/>
        </p:nvSpPr>
        <p:spPr>
          <a:xfrm>
            <a:off x="9652193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араллелограмм 45">
            <a:extLst>
              <a:ext uri="{FF2B5EF4-FFF2-40B4-BE49-F238E27FC236}">
                <a16:creationId xmlns:a16="http://schemas.microsoft.com/office/drawing/2014/main" id="{D9B35AD7-6782-DFCB-0E0A-930F0F05CBCE}"/>
              </a:ext>
            </a:extLst>
          </p:cNvPr>
          <p:cNvSpPr/>
          <p:nvPr/>
        </p:nvSpPr>
        <p:spPr>
          <a:xfrm>
            <a:off x="10014464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араллелограмм 46">
            <a:extLst>
              <a:ext uri="{FF2B5EF4-FFF2-40B4-BE49-F238E27FC236}">
                <a16:creationId xmlns:a16="http://schemas.microsoft.com/office/drawing/2014/main" id="{4D821988-9F6B-386B-A987-C6696A0A6270}"/>
              </a:ext>
            </a:extLst>
          </p:cNvPr>
          <p:cNvSpPr/>
          <p:nvPr/>
        </p:nvSpPr>
        <p:spPr>
          <a:xfrm>
            <a:off x="10384942" y="624089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араллелограмм 47">
            <a:extLst>
              <a:ext uri="{FF2B5EF4-FFF2-40B4-BE49-F238E27FC236}">
                <a16:creationId xmlns:a16="http://schemas.microsoft.com/office/drawing/2014/main" id="{B349CB6D-B0EB-9EFE-637D-CD1F2F0D1499}"/>
              </a:ext>
            </a:extLst>
          </p:cNvPr>
          <p:cNvSpPr/>
          <p:nvPr/>
        </p:nvSpPr>
        <p:spPr>
          <a:xfrm>
            <a:off x="10812570" y="62268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араллелограмм 48">
            <a:extLst>
              <a:ext uri="{FF2B5EF4-FFF2-40B4-BE49-F238E27FC236}">
                <a16:creationId xmlns:a16="http://schemas.microsoft.com/office/drawing/2014/main" id="{2F55E7D6-F27F-7DA7-C185-96A277457D9F}"/>
              </a:ext>
            </a:extLst>
          </p:cNvPr>
          <p:cNvSpPr/>
          <p:nvPr/>
        </p:nvSpPr>
        <p:spPr>
          <a:xfrm>
            <a:off x="11183048" y="622686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араллелограмм 49">
            <a:extLst>
              <a:ext uri="{FF2B5EF4-FFF2-40B4-BE49-F238E27FC236}">
                <a16:creationId xmlns:a16="http://schemas.microsoft.com/office/drawing/2014/main" id="{CEF2C926-85D8-7082-7A27-9812A73ACEC7}"/>
              </a:ext>
            </a:extLst>
          </p:cNvPr>
          <p:cNvSpPr/>
          <p:nvPr/>
        </p:nvSpPr>
        <p:spPr>
          <a:xfrm>
            <a:off x="11563499" y="62268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араллелограмм 50">
            <a:extLst>
              <a:ext uri="{FF2B5EF4-FFF2-40B4-BE49-F238E27FC236}">
                <a16:creationId xmlns:a16="http://schemas.microsoft.com/office/drawing/2014/main" id="{7516D16B-DF9C-546B-DDA7-55D9DA09043A}"/>
              </a:ext>
            </a:extLst>
          </p:cNvPr>
          <p:cNvSpPr/>
          <p:nvPr/>
        </p:nvSpPr>
        <p:spPr>
          <a:xfrm>
            <a:off x="11933977" y="622686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B0F64-911F-A2EB-7F41-9C0588C6E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033" y="28639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 Black" panose="020B0A04020102020204" pitchFamily="34" charset="0"/>
              </a:rPr>
              <a:t>Административная панель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70FDD95-FE55-7716-B375-7D4FBA8BD1ED}"/>
              </a:ext>
            </a:extLst>
          </p:cNvPr>
          <p:cNvSpPr/>
          <p:nvPr/>
        </p:nvSpPr>
        <p:spPr>
          <a:xfrm>
            <a:off x="11156043" y="2725058"/>
            <a:ext cx="667657" cy="499105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F05AC79-0AB4-ABBB-4253-84D7D8B3483B}"/>
              </a:ext>
            </a:extLst>
          </p:cNvPr>
          <p:cNvSpPr/>
          <p:nvPr/>
        </p:nvSpPr>
        <p:spPr>
          <a:xfrm>
            <a:off x="11156042" y="251618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7E1875B-522A-E9D8-2492-59C0B343792F}"/>
              </a:ext>
            </a:extLst>
          </p:cNvPr>
          <p:cNvSpPr/>
          <p:nvPr/>
        </p:nvSpPr>
        <p:spPr>
          <a:xfrm>
            <a:off x="11156042" y="2344126"/>
            <a:ext cx="667657" cy="8871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DE9837E-C8DE-82AD-C927-CCDB5D15F9C4}"/>
              </a:ext>
            </a:extLst>
          </p:cNvPr>
          <p:cNvSpPr/>
          <p:nvPr/>
        </p:nvSpPr>
        <p:spPr>
          <a:xfrm>
            <a:off x="11156042" y="1889918"/>
            <a:ext cx="667657" cy="49631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F7EFE50-F3D0-67F7-F0FA-E44E175621AB}"/>
              </a:ext>
            </a:extLst>
          </p:cNvPr>
          <p:cNvSpPr/>
          <p:nvPr/>
        </p:nvSpPr>
        <p:spPr>
          <a:xfrm>
            <a:off x="11156042" y="1741125"/>
            <a:ext cx="667657" cy="7082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05C5C2A-B595-1C61-F2A9-F81F532A648C}"/>
              </a:ext>
            </a:extLst>
          </p:cNvPr>
          <p:cNvSpPr/>
          <p:nvPr/>
        </p:nvSpPr>
        <p:spPr>
          <a:xfrm>
            <a:off x="11156042" y="1213644"/>
            <a:ext cx="667657" cy="44057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83F7C13-D82D-DC2A-1348-CFBED652EED4}"/>
              </a:ext>
            </a:extLst>
          </p:cNvPr>
          <p:cNvSpPr/>
          <p:nvPr/>
        </p:nvSpPr>
        <p:spPr>
          <a:xfrm>
            <a:off x="11156041" y="98847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DFA5F41-9698-810B-9987-CA93C8F9EFF4}"/>
              </a:ext>
            </a:extLst>
          </p:cNvPr>
          <p:cNvSpPr/>
          <p:nvPr/>
        </p:nvSpPr>
        <p:spPr>
          <a:xfrm>
            <a:off x="11156040" y="764791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B7F60AB-D789-60A6-0921-BEE9C3EAA81D}"/>
              </a:ext>
            </a:extLst>
          </p:cNvPr>
          <p:cNvSpPr/>
          <p:nvPr/>
        </p:nvSpPr>
        <p:spPr>
          <a:xfrm>
            <a:off x="11156040" y="388077"/>
            <a:ext cx="667657" cy="27914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FE16A36-8506-4879-F821-1E8AE8102864}"/>
              </a:ext>
            </a:extLst>
          </p:cNvPr>
          <p:cNvSpPr/>
          <p:nvPr/>
        </p:nvSpPr>
        <p:spPr>
          <a:xfrm>
            <a:off x="11156039" y="213414"/>
            <a:ext cx="667657" cy="77567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05E7FE0-8B09-FB9B-B153-47E895151AC7}"/>
              </a:ext>
            </a:extLst>
          </p:cNvPr>
          <p:cNvSpPr/>
          <p:nvPr/>
        </p:nvSpPr>
        <p:spPr>
          <a:xfrm>
            <a:off x="11156039" y="-5748"/>
            <a:ext cx="667657" cy="13799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7CA356-C995-23CA-4ABB-73F542F8A627}"/>
              </a:ext>
            </a:extLst>
          </p:cNvPr>
          <p:cNvSpPr/>
          <p:nvPr/>
        </p:nvSpPr>
        <p:spPr>
          <a:xfrm>
            <a:off x="11156038" y="-229436"/>
            <a:ext cx="667657" cy="12033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8EAA94BC-E6ED-C26A-0F77-D1ED2C12941B}"/>
              </a:ext>
            </a:extLst>
          </p:cNvPr>
          <p:cNvSpPr/>
          <p:nvPr/>
        </p:nvSpPr>
        <p:spPr>
          <a:xfrm>
            <a:off x="11156037" y="2065430"/>
            <a:ext cx="667657" cy="198962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араллелограмм 64">
            <a:extLst>
              <a:ext uri="{FF2B5EF4-FFF2-40B4-BE49-F238E27FC236}">
                <a16:creationId xmlns:a16="http://schemas.microsoft.com/office/drawing/2014/main" id="{8250722D-0730-CC11-3FAE-4B32A1D00690}"/>
              </a:ext>
            </a:extLst>
          </p:cNvPr>
          <p:cNvSpPr/>
          <p:nvPr/>
        </p:nvSpPr>
        <p:spPr>
          <a:xfrm>
            <a:off x="9851091" y="404462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араллелограмм 65">
            <a:extLst>
              <a:ext uri="{FF2B5EF4-FFF2-40B4-BE49-F238E27FC236}">
                <a16:creationId xmlns:a16="http://schemas.microsoft.com/office/drawing/2014/main" id="{5B81AD75-38CB-4E9D-00A9-94A7496C489D}"/>
              </a:ext>
            </a:extLst>
          </p:cNvPr>
          <p:cNvSpPr/>
          <p:nvPr/>
        </p:nvSpPr>
        <p:spPr>
          <a:xfrm>
            <a:off x="10221569" y="404461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араллелограмм 66">
            <a:extLst>
              <a:ext uri="{FF2B5EF4-FFF2-40B4-BE49-F238E27FC236}">
                <a16:creationId xmlns:a16="http://schemas.microsoft.com/office/drawing/2014/main" id="{F2AAECA3-A1D0-2115-7E89-0E7C50E7E071}"/>
              </a:ext>
            </a:extLst>
          </p:cNvPr>
          <p:cNvSpPr/>
          <p:nvPr/>
        </p:nvSpPr>
        <p:spPr>
          <a:xfrm>
            <a:off x="10649197" y="390429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Параллелограмм 67">
            <a:extLst>
              <a:ext uri="{FF2B5EF4-FFF2-40B4-BE49-F238E27FC236}">
                <a16:creationId xmlns:a16="http://schemas.microsoft.com/office/drawing/2014/main" id="{D984A4FF-AE65-D409-A537-BE0C089C7300}"/>
              </a:ext>
            </a:extLst>
          </p:cNvPr>
          <p:cNvSpPr/>
          <p:nvPr/>
        </p:nvSpPr>
        <p:spPr>
          <a:xfrm>
            <a:off x="11019675" y="390428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араллелограмм 68">
            <a:extLst>
              <a:ext uri="{FF2B5EF4-FFF2-40B4-BE49-F238E27FC236}">
                <a16:creationId xmlns:a16="http://schemas.microsoft.com/office/drawing/2014/main" id="{C8234AE8-F366-0B48-D1E1-910D02D3F7BB}"/>
              </a:ext>
            </a:extLst>
          </p:cNvPr>
          <p:cNvSpPr/>
          <p:nvPr/>
        </p:nvSpPr>
        <p:spPr>
          <a:xfrm>
            <a:off x="11400126" y="390429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араллелограмм 69">
            <a:extLst>
              <a:ext uri="{FF2B5EF4-FFF2-40B4-BE49-F238E27FC236}">
                <a16:creationId xmlns:a16="http://schemas.microsoft.com/office/drawing/2014/main" id="{B412733A-6BA0-07B4-775B-7EC83ECCDA54}"/>
              </a:ext>
            </a:extLst>
          </p:cNvPr>
          <p:cNvSpPr/>
          <p:nvPr/>
        </p:nvSpPr>
        <p:spPr>
          <a:xfrm>
            <a:off x="11770604" y="390428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FF76D3D6-9F98-AF6D-A201-9C0A7EC7B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33" y="1354202"/>
            <a:ext cx="10327134" cy="440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210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араллелограмм 15">
            <a:extLst>
              <a:ext uri="{FF2B5EF4-FFF2-40B4-BE49-F238E27FC236}">
                <a16:creationId xmlns:a16="http://schemas.microsoft.com/office/drawing/2014/main" id="{2F69B884-62AC-C770-25C1-6EB7E090534F}"/>
              </a:ext>
            </a:extLst>
          </p:cNvPr>
          <p:cNvSpPr/>
          <p:nvPr/>
        </p:nvSpPr>
        <p:spPr>
          <a:xfrm>
            <a:off x="-263118" y="631631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араллелограмм 16">
            <a:extLst>
              <a:ext uri="{FF2B5EF4-FFF2-40B4-BE49-F238E27FC236}">
                <a16:creationId xmlns:a16="http://schemas.microsoft.com/office/drawing/2014/main" id="{0320F37B-6EC2-D3C9-6223-7D087E129C21}"/>
              </a:ext>
            </a:extLst>
          </p:cNvPr>
          <p:cNvSpPr/>
          <p:nvPr/>
        </p:nvSpPr>
        <p:spPr>
          <a:xfrm>
            <a:off x="107360" y="6316311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араллелограмм 17">
            <a:extLst>
              <a:ext uri="{FF2B5EF4-FFF2-40B4-BE49-F238E27FC236}">
                <a16:creationId xmlns:a16="http://schemas.microsoft.com/office/drawing/2014/main" id="{8393BE49-4403-4EAB-DE75-98E5013479DE}"/>
              </a:ext>
            </a:extLst>
          </p:cNvPr>
          <p:cNvSpPr/>
          <p:nvPr/>
        </p:nvSpPr>
        <p:spPr>
          <a:xfrm>
            <a:off x="534988" y="630227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араллелограмм 18">
            <a:extLst>
              <a:ext uri="{FF2B5EF4-FFF2-40B4-BE49-F238E27FC236}">
                <a16:creationId xmlns:a16="http://schemas.microsoft.com/office/drawing/2014/main" id="{DF07975C-F616-65C1-F56F-BE9B51693BD4}"/>
              </a:ext>
            </a:extLst>
          </p:cNvPr>
          <p:cNvSpPr/>
          <p:nvPr/>
        </p:nvSpPr>
        <p:spPr>
          <a:xfrm>
            <a:off x="905466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араллелограмм 19">
            <a:extLst>
              <a:ext uri="{FF2B5EF4-FFF2-40B4-BE49-F238E27FC236}">
                <a16:creationId xmlns:a16="http://schemas.microsoft.com/office/drawing/2014/main" id="{0B9A45EC-68C7-A876-DEB2-9A793DA395BF}"/>
              </a:ext>
            </a:extLst>
          </p:cNvPr>
          <p:cNvSpPr/>
          <p:nvPr/>
        </p:nvSpPr>
        <p:spPr>
          <a:xfrm>
            <a:off x="1285917" y="630227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араллелограмм 20">
            <a:extLst>
              <a:ext uri="{FF2B5EF4-FFF2-40B4-BE49-F238E27FC236}">
                <a16:creationId xmlns:a16="http://schemas.microsoft.com/office/drawing/2014/main" id="{8241AE96-AED5-BF6D-1E86-96C198236366}"/>
              </a:ext>
            </a:extLst>
          </p:cNvPr>
          <p:cNvSpPr/>
          <p:nvPr/>
        </p:nvSpPr>
        <p:spPr>
          <a:xfrm>
            <a:off x="1656395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араллелограмм 21">
            <a:extLst>
              <a:ext uri="{FF2B5EF4-FFF2-40B4-BE49-F238E27FC236}">
                <a16:creationId xmlns:a16="http://schemas.microsoft.com/office/drawing/2014/main" id="{8BCCA6A7-BF35-DEDA-AD5F-D5A7428B3C59}"/>
              </a:ext>
            </a:extLst>
          </p:cNvPr>
          <p:cNvSpPr/>
          <p:nvPr/>
        </p:nvSpPr>
        <p:spPr>
          <a:xfrm>
            <a:off x="2018666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араллелограмм 22">
            <a:extLst>
              <a:ext uri="{FF2B5EF4-FFF2-40B4-BE49-F238E27FC236}">
                <a16:creationId xmlns:a16="http://schemas.microsoft.com/office/drawing/2014/main" id="{CC67616A-DB09-396A-A982-82368816AC8C}"/>
              </a:ext>
            </a:extLst>
          </p:cNvPr>
          <p:cNvSpPr/>
          <p:nvPr/>
        </p:nvSpPr>
        <p:spPr>
          <a:xfrm>
            <a:off x="2389144" y="630227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араллелограмм 23">
            <a:extLst>
              <a:ext uri="{FF2B5EF4-FFF2-40B4-BE49-F238E27FC236}">
                <a16:creationId xmlns:a16="http://schemas.microsoft.com/office/drawing/2014/main" id="{08E5E3BB-277C-57D3-CB3B-998DD2414B1B}"/>
              </a:ext>
            </a:extLst>
          </p:cNvPr>
          <p:cNvSpPr/>
          <p:nvPr/>
        </p:nvSpPr>
        <p:spPr>
          <a:xfrm>
            <a:off x="2816772" y="628824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араллелограмм 24">
            <a:extLst>
              <a:ext uri="{FF2B5EF4-FFF2-40B4-BE49-F238E27FC236}">
                <a16:creationId xmlns:a16="http://schemas.microsoft.com/office/drawing/2014/main" id="{CA82AB9D-7B23-FBE4-A94A-66EC19737217}"/>
              </a:ext>
            </a:extLst>
          </p:cNvPr>
          <p:cNvSpPr/>
          <p:nvPr/>
        </p:nvSpPr>
        <p:spPr>
          <a:xfrm>
            <a:off x="3187250" y="628824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араллелограмм 25">
            <a:extLst>
              <a:ext uri="{FF2B5EF4-FFF2-40B4-BE49-F238E27FC236}">
                <a16:creationId xmlns:a16="http://schemas.microsoft.com/office/drawing/2014/main" id="{54D05DBC-1ED9-7C00-494C-C01BE071F507}"/>
              </a:ext>
            </a:extLst>
          </p:cNvPr>
          <p:cNvSpPr/>
          <p:nvPr/>
        </p:nvSpPr>
        <p:spPr>
          <a:xfrm>
            <a:off x="3567701" y="628824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араллелограмм 26">
            <a:extLst>
              <a:ext uri="{FF2B5EF4-FFF2-40B4-BE49-F238E27FC236}">
                <a16:creationId xmlns:a16="http://schemas.microsoft.com/office/drawing/2014/main" id="{0C0CFE45-9EB2-95C8-146B-BB504B91A052}"/>
              </a:ext>
            </a:extLst>
          </p:cNvPr>
          <p:cNvSpPr/>
          <p:nvPr/>
        </p:nvSpPr>
        <p:spPr>
          <a:xfrm>
            <a:off x="3938179" y="628824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араллелограмм 27">
            <a:extLst>
              <a:ext uri="{FF2B5EF4-FFF2-40B4-BE49-F238E27FC236}">
                <a16:creationId xmlns:a16="http://schemas.microsoft.com/office/drawing/2014/main" id="{E142893B-4949-72F9-75A1-C635906DAC29}"/>
              </a:ext>
            </a:extLst>
          </p:cNvPr>
          <p:cNvSpPr/>
          <p:nvPr/>
        </p:nvSpPr>
        <p:spPr>
          <a:xfrm>
            <a:off x="4306899" y="626896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араллелограмм 28">
            <a:extLst>
              <a:ext uri="{FF2B5EF4-FFF2-40B4-BE49-F238E27FC236}">
                <a16:creationId xmlns:a16="http://schemas.microsoft.com/office/drawing/2014/main" id="{18D70781-E13F-0B01-6428-30C61D7EF00E}"/>
              </a:ext>
            </a:extLst>
          </p:cNvPr>
          <p:cNvSpPr/>
          <p:nvPr/>
        </p:nvSpPr>
        <p:spPr>
          <a:xfrm>
            <a:off x="4677377" y="62689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араллелограмм 29">
            <a:extLst>
              <a:ext uri="{FF2B5EF4-FFF2-40B4-BE49-F238E27FC236}">
                <a16:creationId xmlns:a16="http://schemas.microsoft.com/office/drawing/2014/main" id="{FF6E0840-C5E7-274E-B820-9EEB02D3298A}"/>
              </a:ext>
            </a:extLst>
          </p:cNvPr>
          <p:cNvSpPr/>
          <p:nvPr/>
        </p:nvSpPr>
        <p:spPr>
          <a:xfrm>
            <a:off x="5105005" y="625493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араллелограмм 30">
            <a:extLst>
              <a:ext uri="{FF2B5EF4-FFF2-40B4-BE49-F238E27FC236}">
                <a16:creationId xmlns:a16="http://schemas.microsoft.com/office/drawing/2014/main" id="{BEF58E85-3D49-D2C5-AB2D-7F38985760A9}"/>
              </a:ext>
            </a:extLst>
          </p:cNvPr>
          <p:cNvSpPr/>
          <p:nvPr/>
        </p:nvSpPr>
        <p:spPr>
          <a:xfrm>
            <a:off x="5475483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араллелограмм 31">
            <a:extLst>
              <a:ext uri="{FF2B5EF4-FFF2-40B4-BE49-F238E27FC236}">
                <a16:creationId xmlns:a16="http://schemas.microsoft.com/office/drawing/2014/main" id="{5A23FC50-2952-EF84-815D-AB15D6A50E35}"/>
              </a:ext>
            </a:extLst>
          </p:cNvPr>
          <p:cNvSpPr/>
          <p:nvPr/>
        </p:nvSpPr>
        <p:spPr>
          <a:xfrm>
            <a:off x="5855934" y="625493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араллелограмм 32">
            <a:extLst>
              <a:ext uri="{FF2B5EF4-FFF2-40B4-BE49-F238E27FC236}">
                <a16:creationId xmlns:a16="http://schemas.microsoft.com/office/drawing/2014/main" id="{CEA87546-20A1-4797-1030-0ADFE0F5F528}"/>
              </a:ext>
            </a:extLst>
          </p:cNvPr>
          <p:cNvSpPr/>
          <p:nvPr/>
        </p:nvSpPr>
        <p:spPr>
          <a:xfrm>
            <a:off x="6226412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араллелограмм 33">
            <a:extLst>
              <a:ext uri="{FF2B5EF4-FFF2-40B4-BE49-F238E27FC236}">
                <a16:creationId xmlns:a16="http://schemas.microsoft.com/office/drawing/2014/main" id="{164A3111-6783-DB01-BCF9-976FBED8DE44}"/>
              </a:ext>
            </a:extLst>
          </p:cNvPr>
          <p:cNvSpPr/>
          <p:nvPr/>
        </p:nvSpPr>
        <p:spPr>
          <a:xfrm>
            <a:off x="6588683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араллелограмм 34">
            <a:extLst>
              <a:ext uri="{FF2B5EF4-FFF2-40B4-BE49-F238E27FC236}">
                <a16:creationId xmlns:a16="http://schemas.microsoft.com/office/drawing/2014/main" id="{0A60E7C4-E692-9122-8E10-F3AC26B7893A}"/>
              </a:ext>
            </a:extLst>
          </p:cNvPr>
          <p:cNvSpPr/>
          <p:nvPr/>
        </p:nvSpPr>
        <p:spPr>
          <a:xfrm>
            <a:off x="6959161" y="625493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араллелограмм 35">
            <a:extLst>
              <a:ext uri="{FF2B5EF4-FFF2-40B4-BE49-F238E27FC236}">
                <a16:creationId xmlns:a16="http://schemas.microsoft.com/office/drawing/2014/main" id="{E6DD9F66-51BF-BA11-74CA-020EAE023EC1}"/>
              </a:ext>
            </a:extLst>
          </p:cNvPr>
          <p:cNvSpPr/>
          <p:nvPr/>
        </p:nvSpPr>
        <p:spPr>
          <a:xfrm>
            <a:off x="7386789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араллелограмм 36">
            <a:extLst>
              <a:ext uri="{FF2B5EF4-FFF2-40B4-BE49-F238E27FC236}">
                <a16:creationId xmlns:a16="http://schemas.microsoft.com/office/drawing/2014/main" id="{16D3A8BA-AD4B-377C-3640-167E867F4E5C}"/>
              </a:ext>
            </a:extLst>
          </p:cNvPr>
          <p:cNvSpPr/>
          <p:nvPr/>
        </p:nvSpPr>
        <p:spPr>
          <a:xfrm>
            <a:off x="7757267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араллелограмм 37">
            <a:extLst>
              <a:ext uri="{FF2B5EF4-FFF2-40B4-BE49-F238E27FC236}">
                <a16:creationId xmlns:a16="http://schemas.microsoft.com/office/drawing/2014/main" id="{C37E7A90-C03F-044D-013D-F3B31A285C01}"/>
              </a:ext>
            </a:extLst>
          </p:cNvPr>
          <p:cNvSpPr/>
          <p:nvPr/>
        </p:nvSpPr>
        <p:spPr>
          <a:xfrm>
            <a:off x="8137718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араллелограмм 38">
            <a:extLst>
              <a:ext uri="{FF2B5EF4-FFF2-40B4-BE49-F238E27FC236}">
                <a16:creationId xmlns:a16="http://schemas.microsoft.com/office/drawing/2014/main" id="{394FF4A7-3094-57C7-F753-D0054B957D29}"/>
              </a:ext>
            </a:extLst>
          </p:cNvPr>
          <p:cNvSpPr/>
          <p:nvPr/>
        </p:nvSpPr>
        <p:spPr>
          <a:xfrm>
            <a:off x="8508196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араллелограмм 39">
            <a:extLst>
              <a:ext uri="{FF2B5EF4-FFF2-40B4-BE49-F238E27FC236}">
                <a16:creationId xmlns:a16="http://schemas.microsoft.com/office/drawing/2014/main" id="{3D6822CF-F941-609D-551E-DB7F6AC06FBA}"/>
              </a:ext>
            </a:extLst>
          </p:cNvPr>
          <p:cNvSpPr/>
          <p:nvPr/>
        </p:nvSpPr>
        <p:spPr>
          <a:xfrm>
            <a:off x="7732680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араллелограмм 40">
            <a:extLst>
              <a:ext uri="{FF2B5EF4-FFF2-40B4-BE49-F238E27FC236}">
                <a16:creationId xmlns:a16="http://schemas.microsoft.com/office/drawing/2014/main" id="{2F01410A-7D9B-CBE0-5B3F-76089B062C54}"/>
              </a:ext>
            </a:extLst>
          </p:cNvPr>
          <p:cNvSpPr/>
          <p:nvPr/>
        </p:nvSpPr>
        <p:spPr>
          <a:xfrm>
            <a:off x="8103158" y="625493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араллелограмм 41">
            <a:extLst>
              <a:ext uri="{FF2B5EF4-FFF2-40B4-BE49-F238E27FC236}">
                <a16:creationId xmlns:a16="http://schemas.microsoft.com/office/drawing/2014/main" id="{4BB6B43A-3D43-46DB-7455-B02864A079BC}"/>
              </a:ext>
            </a:extLst>
          </p:cNvPr>
          <p:cNvSpPr/>
          <p:nvPr/>
        </p:nvSpPr>
        <p:spPr>
          <a:xfrm>
            <a:off x="8530786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араллелограмм 42">
            <a:extLst>
              <a:ext uri="{FF2B5EF4-FFF2-40B4-BE49-F238E27FC236}">
                <a16:creationId xmlns:a16="http://schemas.microsoft.com/office/drawing/2014/main" id="{3A6B0961-E244-D215-283C-2D9EBD8B17C0}"/>
              </a:ext>
            </a:extLst>
          </p:cNvPr>
          <p:cNvSpPr/>
          <p:nvPr/>
        </p:nvSpPr>
        <p:spPr>
          <a:xfrm>
            <a:off x="8901264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араллелограмм 43">
            <a:extLst>
              <a:ext uri="{FF2B5EF4-FFF2-40B4-BE49-F238E27FC236}">
                <a16:creationId xmlns:a16="http://schemas.microsoft.com/office/drawing/2014/main" id="{CA38782C-1F78-2D1F-2D66-2CA0B8698FCC}"/>
              </a:ext>
            </a:extLst>
          </p:cNvPr>
          <p:cNvSpPr/>
          <p:nvPr/>
        </p:nvSpPr>
        <p:spPr>
          <a:xfrm>
            <a:off x="9281715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араллелограмм 44">
            <a:extLst>
              <a:ext uri="{FF2B5EF4-FFF2-40B4-BE49-F238E27FC236}">
                <a16:creationId xmlns:a16="http://schemas.microsoft.com/office/drawing/2014/main" id="{8CBCD80B-9E81-0120-FE89-B64D6A1E116E}"/>
              </a:ext>
            </a:extLst>
          </p:cNvPr>
          <p:cNvSpPr/>
          <p:nvPr/>
        </p:nvSpPr>
        <p:spPr>
          <a:xfrm>
            <a:off x="9652193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араллелограмм 45">
            <a:extLst>
              <a:ext uri="{FF2B5EF4-FFF2-40B4-BE49-F238E27FC236}">
                <a16:creationId xmlns:a16="http://schemas.microsoft.com/office/drawing/2014/main" id="{D9B35AD7-6782-DFCB-0E0A-930F0F05CBCE}"/>
              </a:ext>
            </a:extLst>
          </p:cNvPr>
          <p:cNvSpPr/>
          <p:nvPr/>
        </p:nvSpPr>
        <p:spPr>
          <a:xfrm>
            <a:off x="10014464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араллелограмм 46">
            <a:extLst>
              <a:ext uri="{FF2B5EF4-FFF2-40B4-BE49-F238E27FC236}">
                <a16:creationId xmlns:a16="http://schemas.microsoft.com/office/drawing/2014/main" id="{4D821988-9F6B-386B-A987-C6696A0A6270}"/>
              </a:ext>
            </a:extLst>
          </p:cNvPr>
          <p:cNvSpPr/>
          <p:nvPr/>
        </p:nvSpPr>
        <p:spPr>
          <a:xfrm>
            <a:off x="10384942" y="624089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араллелограмм 47">
            <a:extLst>
              <a:ext uri="{FF2B5EF4-FFF2-40B4-BE49-F238E27FC236}">
                <a16:creationId xmlns:a16="http://schemas.microsoft.com/office/drawing/2014/main" id="{B349CB6D-B0EB-9EFE-637D-CD1F2F0D1499}"/>
              </a:ext>
            </a:extLst>
          </p:cNvPr>
          <p:cNvSpPr/>
          <p:nvPr/>
        </p:nvSpPr>
        <p:spPr>
          <a:xfrm>
            <a:off x="10812570" y="62268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араллелограмм 48">
            <a:extLst>
              <a:ext uri="{FF2B5EF4-FFF2-40B4-BE49-F238E27FC236}">
                <a16:creationId xmlns:a16="http://schemas.microsoft.com/office/drawing/2014/main" id="{2F55E7D6-F27F-7DA7-C185-96A277457D9F}"/>
              </a:ext>
            </a:extLst>
          </p:cNvPr>
          <p:cNvSpPr/>
          <p:nvPr/>
        </p:nvSpPr>
        <p:spPr>
          <a:xfrm>
            <a:off x="11183048" y="622686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араллелограмм 49">
            <a:extLst>
              <a:ext uri="{FF2B5EF4-FFF2-40B4-BE49-F238E27FC236}">
                <a16:creationId xmlns:a16="http://schemas.microsoft.com/office/drawing/2014/main" id="{CEF2C926-85D8-7082-7A27-9812A73ACEC7}"/>
              </a:ext>
            </a:extLst>
          </p:cNvPr>
          <p:cNvSpPr/>
          <p:nvPr/>
        </p:nvSpPr>
        <p:spPr>
          <a:xfrm>
            <a:off x="11563499" y="62268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араллелограмм 50">
            <a:extLst>
              <a:ext uri="{FF2B5EF4-FFF2-40B4-BE49-F238E27FC236}">
                <a16:creationId xmlns:a16="http://schemas.microsoft.com/office/drawing/2014/main" id="{7516D16B-DF9C-546B-DDA7-55D9DA09043A}"/>
              </a:ext>
            </a:extLst>
          </p:cNvPr>
          <p:cNvSpPr/>
          <p:nvPr/>
        </p:nvSpPr>
        <p:spPr>
          <a:xfrm>
            <a:off x="11933977" y="622686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B0F64-911F-A2EB-7F41-9C0588C6E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033" y="28639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 Black" panose="020B0A04020102020204" pitchFamily="34" charset="0"/>
              </a:rPr>
              <a:t>Административная панель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70FDD95-FE55-7716-B375-7D4FBA8BD1ED}"/>
              </a:ext>
            </a:extLst>
          </p:cNvPr>
          <p:cNvSpPr/>
          <p:nvPr/>
        </p:nvSpPr>
        <p:spPr>
          <a:xfrm>
            <a:off x="11156043" y="2725058"/>
            <a:ext cx="667657" cy="499105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F05AC79-0AB4-ABBB-4253-84D7D8B3483B}"/>
              </a:ext>
            </a:extLst>
          </p:cNvPr>
          <p:cNvSpPr/>
          <p:nvPr/>
        </p:nvSpPr>
        <p:spPr>
          <a:xfrm>
            <a:off x="11156042" y="251618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7E1875B-522A-E9D8-2492-59C0B343792F}"/>
              </a:ext>
            </a:extLst>
          </p:cNvPr>
          <p:cNvSpPr/>
          <p:nvPr/>
        </p:nvSpPr>
        <p:spPr>
          <a:xfrm>
            <a:off x="11156042" y="2344126"/>
            <a:ext cx="667657" cy="8871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DE9837E-C8DE-82AD-C927-CCDB5D15F9C4}"/>
              </a:ext>
            </a:extLst>
          </p:cNvPr>
          <p:cNvSpPr/>
          <p:nvPr/>
        </p:nvSpPr>
        <p:spPr>
          <a:xfrm>
            <a:off x="11156042" y="1889918"/>
            <a:ext cx="667657" cy="49631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F7EFE50-F3D0-67F7-F0FA-E44E175621AB}"/>
              </a:ext>
            </a:extLst>
          </p:cNvPr>
          <p:cNvSpPr/>
          <p:nvPr/>
        </p:nvSpPr>
        <p:spPr>
          <a:xfrm>
            <a:off x="11156042" y="1741125"/>
            <a:ext cx="667657" cy="7082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05C5C2A-B595-1C61-F2A9-F81F532A648C}"/>
              </a:ext>
            </a:extLst>
          </p:cNvPr>
          <p:cNvSpPr/>
          <p:nvPr/>
        </p:nvSpPr>
        <p:spPr>
          <a:xfrm>
            <a:off x="11156042" y="1213644"/>
            <a:ext cx="667657" cy="44057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83F7C13-D82D-DC2A-1348-CFBED652EED4}"/>
              </a:ext>
            </a:extLst>
          </p:cNvPr>
          <p:cNvSpPr/>
          <p:nvPr/>
        </p:nvSpPr>
        <p:spPr>
          <a:xfrm>
            <a:off x="11156041" y="98847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DFA5F41-9698-810B-9987-CA93C8F9EFF4}"/>
              </a:ext>
            </a:extLst>
          </p:cNvPr>
          <p:cNvSpPr/>
          <p:nvPr/>
        </p:nvSpPr>
        <p:spPr>
          <a:xfrm>
            <a:off x="11156040" y="764791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B7F60AB-D789-60A6-0921-BEE9C3EAA81D}"/>
              </a:ext>
            </a:extLst>
          </p:cNvPr>
          <p:cNvSpPr/>
          <p:nvPr/>
        </p:nvSpPr>
        <p:spPr>
          <a:xfrm>
            <a:off x="11156040" y="388077"/>
            <a:ext cx="667657" cy="27914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FE16A36-8506-4879-F821-1E8AE8102864}"/>
              </a:ext>
            </a:extLst>
          </p:cNvPr>
          <p:cNvSpPr/>
          <p:nvPr/>
        </p:nvSpPr>
        <p:spPr>
          <a:xfrm>
            <a:off x="11156039" y="213414"/>
            <a:ext cx="667657" cy="77567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05E7FE0-8B09-FB9B-B153-47E895151AC7}"/>
              </a:ext>
            </a:extLst>
          </p:cNvPr>
          <p:cNvSpPr/>
          <p:nvPr/>
        </p:nvSpPr>
        <p:spPr>
          <a:xfrm>
            <a:off x="11156039" y="-5748"/>
            <a:ext cx="667657" cy="13799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7CA356-C995-23CA-4ABB-73F542F8A627}"/>
              </a:ext>
            </a:extLst>
          </p:cNvPr>
          <p:cNvSpPr/>
          <p:nvPr/>
        </p:nvSpPr>
        <p:spPr>
          <a:xfrm>
            <a:off x="11156038" y="-229436"/>
            <a:ext cx="667657" cy="12033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8EAA94BC-E6ED-C26A-0F77-D1ED2C12941B}"/>
              </a:ext>
            </a:extLst>
          </p:cNvPr>
          <p:cNvSpPr/>
          <p:nvPr/>
        </p:nvSpPr>
        <p:spPr>
          <a:xfrm>
            <a:off x="11156037" y="2065430"/>
            <a:ext cx="667657" cy="198962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араллелограмм 64">
            <a:extLst>
              <a:ext uri="{FF2B5EF4-FFF2-40B4-BE49-F238E27FC236}">
                <a16:creationId xmlns:a16="http://schemas.microsoft.com/office/drawing/2014/main" id="{8250722D-0730-CC11-3FAE-4B32A1D00690}"/>
              </a:ext>
            </a:extLst>
          </p:cNvPr>
          <p:cNvSpPr/>
          <p:nvPr/>
        </p:nvSpPr>
        <p:spPr>
          <a:xfrm>
            <a:off x="9851091" y="404462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араллелограмм 65">
            <a:extLst>
              <a:ext uri="{FF2B5EF4-FFF2-40B4-BE49-F238E27FC236}">
                <a16:creationId xmlns:a16="http://schemas.microsoft.com/office/drawing/2014/main" id="{5B81AD75-38CB-4E9D-00A9-94A7496C489D}"/>
              </a:ext>
            </a:extLst>
          </p:cNvPr>
          <p:cNvSpPr/>
          <p:nvPr/>
        </p:nvSpPr>
        <p:spPr>
          <a:xfrm>
            <a:off x="10221569" y="404461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араллелограмм 66">
            <a:extLst>
              <a:ext uri="{FF2B5EF4-FFF2-40B4-BE49-F238E27FC236}">
                <a16:creationId xmlns:a16="http://schemas.microsoft.com/office/drawing/2014/main" id="{F2AAECA3-A1D0-2115-7E89-0E7C50E7E071}"/>
              </a:ext>
            </a:extLst>
          </p:cNvPr>
          <p:cNvSpPr/>
          <p:nvPr/>
        </p:nvSpPr>
        <p:spPr>
          <a:xfrm>
            <a:off x="10649197" y="390429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Параллелограмм 67">
            <a:extLst>
              <a:ext uri="{FF2B5EF4-FFF2-40B4-BE49-F238E27FC236}">
                <a16:creationId xmlns:a16="http://schemas.microsoft.com/office/drawing/2014/main" id="{D984A4FF-AE65-D409-A537-BE0C089C7300}"/>
              </a:ext>
            </a:extLst>
          </p:cNvPr>
          <p:cNvSpPr/>
          <p:nvPr/>
        </p:nvSpPr>
        <p:spPr>
          <a:xfrm>
            <a:off x="11019675" y="390428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араллелограмм 68">
            <a:extLst>
              <a:ext uri="{FF2B5EF4-FFF2-40B4-BE49-F238E27FC236}">
                <a16:creationId xmlns:a16="http://schemas.microsoft.com/office/drawing/2014/main" id="{C8234AE8-F366-0B48-D1E1-910D02D3F7BB}"/>
              </a:ext>
            </a:extLst>
          </p:cNvPr>
          <p:cNvSpPr/>
          <p:nvPr/>
        </p:nvSpPr>
        <p:spPr>
          <a:xfrm>
            <a:off x="11400126" y="390429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араллелограмм 69">
            <a:extLst>
              <a:ext uri="{FF2B5EF4-FFF2-40B4-BE49-F238E27FC236}">
                <a16:creationId xmlns:a16="http://schemas.microsoft.com/office/drawing/2014/main" id="{B412733A-6BA0-07B4-775B-7EC83ECCDA54}"/>
              </a:ext>
            </a:extLst>
          </p:cNvPr>
          <p:cNvSpPr/>
          <p:nvPr/>
        </p:nvSpPr>
        <p:spPr>
          <a:xfrm>
            <a:off x="11770604" y="390428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FF76D3D6-9F98-AF6D-A201-9C0A7EC7B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033" y="1359581"/>
            <a:ext cx="10327134" cy="439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719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араллелограмм 15">
            <a:extLst>
              <a:ext uri="{FF2B5EF4-FFF2-40B4-BE49-F238E27FC236}">
                <a16:creationId xmlns:a16="http://schemas.microsoft.com/office/drawing/2014/main" id="{2F69B884-62AC-C770-25C1-6EB7E090534F}"/>
              </a:ext>
            </a:extLst>
          </p:cNvPr>
          <p:cNvSpPr/>
          <p:nvPr/>
        </p:nvSpPr>
        <p:spPr>
          <a:xfrm>
            <a:off x="-263118" y="631631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араллелограмм 16">
            <a:extLst>
              <a:ext uri="{FF2B5EF4-FFF2-40B4-BE49-F238E27FC236}">
                <a16:creationId xmlns:a16="http://schemas.microsoft.com/office/drawing/2014/main" id="{0320F37B-6EC2-D3C9-6223-7D087E129C21}"/>
              </a:ext>
            </a:extLst>
          </p:cNvPr>
          <p:cNvSpPr/>
          <p:nvPr/>
        </p:nvSpPr>
        <p:spPr>
          <a:xfrm>
            <a:off x="107360" y="6316311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араллелограмм 17">
            <a:extLst>
              <a:ext uri="{FF2B5EF4-FFF2-40B4-BE49-F238E27FC236}">
                <a16:creationId xmlns:a16="http://schemas.microsoft.com/office/drawing/2014/main" id="{8393BE49-4403-4EAB-DE75-98E5013479DE}"/>
              </a:ext>
            </a:extLst>
          </p:cNvPr>
          <p:cNvSpPr/>
          <p:nvPr/>
        </p:nvSpPr>
        <p:spPr>
          <a:xfrm>
            <a:off x="534988" y="630227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араллелограмм 18">
            <a:extLst>
              <a:ext uri="{FF2B5EF4-FFF2-40B4-BE49-F238E27FC236}">
                <a16:creationId xmlns:a16="http://schemas.microsoft.com/office/drawing/2014/main" id="{DF07975C-F616-65C1-F56F-BE9B51693BD4}"/>
              </a:ext>
            </a:extLst>
          </p:cNvPr>
          <p:cNvSpPr/>
          <p:nvPr/>
        </p:nvSpPr>
        <p:spPr>
          <a:xfrm>
            <a:off x="905466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араллелограмм 19">
            <a:extLst>
              <a:ext uri="{FF2B5EF4-FFF2-40B4-BE49-F238E27FC236}">
                <a16:creationId xmlns:a16="http://schemas.microsoft.com/office/drawing/2014/main" id="{0B9A45EC-68C7-A876-DEB2-9A793DA395BF}"/>
              </a:ext>
            </a:extLst>
          </p:cNvPr>
          <p:cNvSpPr/>
          <p:nvPr/>
        </p:nvSpPr>
        <p:spPr>
          <a:xfrm>
            <a:off x="1285917" y="630227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араллелограмм 20">
            <a:extLst>
              <a:ext uri="{FF2B5EF4-FFF2-40B4-BE49-F238E27FC236}">
                <a16:creationId xmlns:a16="http://schemas.microsoft.com/office/drawing/2014/main" id="{8241AE96-AED5-BF6D-1E86-96C198236366}"/>
              </a:ext>
            </a:extLst>
          </p:cNvPr>
          <p:cNvSpPr/>
          <p:nvPr/>
        </p:nvSpPr>
        <p:spPr>
          <a:xfrm>
            <a:off x="1656395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араллелограмм 21">
            <a:extLst>
              <a:ext uri="{FF2B5EF4-FFF2-40B4-BE49-F238E27FC236}">
                <a16:creationId xmlns:a16="http://schemas.microsoft.com/office/drawing/2014/main" id="{8BCCA6A7-BF35-DEDA-AD5F-D5A7428B3C59}"/>
              </a:ext>
            </a:extLst>
          </p:cNvPr>
          <p:cNvSpPr/>
          <p:nvPr/>
        </p:nvSpPr>
        <p:spPr>
          <a:xfrm>
            <a:off x="2018666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араллелограмм 22">
            <a:extLst>
              <a:ext uri="{FF2B5EF4-FFF2-40B4-BE49-F238E27FC236}">
                <a16:creationId xmlns:a16="http://schemas.microsoft.com/office/drawing/2014/main" id="{CC67616A-DB09-396A-A982-82368816AC8C}"/>
              </a:ext>
            </a:extLst>
          </p:cNvPr>
          <p:cNvSpPr/>
          <p:nvPr/>
        </p:nvSpPr>
        <p:spPr>
          <a:xfrm>
            <a:off x="2389144" y="630227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араллелограмм 23">
            <a:extLst>
              <a:ext uri="{FF2B5EF4-FFF2-40B4-BE49-F238E27FC236}">
                <a16:creationId xmlns:a16="http://schemas.microsoft.com/office/drawing/2014/main" id="{08E5E3BB-277C-57D3-CB3B-998DD2414B1B}"/>
              </a:ext>
            </a:extLst>
          </p:cNvPr>
          <p:cNvSpPr/>
          <p:nvPr/>
        </p:nvSpPr>
        <p:spPr>
          <a:xfrm>
            <a:off x="2816772" y="628824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араллелограмм 24">
            <a:extLst>
              <a:ext uri="{FF2B5EF4-FFF2-40B4-BE49-F238E27FC236}">
                <a16:creationId xmlns:a16="http://schemas.microsoft.com/office/drawing/2014/main" id="{CA82AB9D-7B23-FBE4-A94A-66EC19737217}"/>
              </a:ext>
            </a:extLst>
          </p:cNvPr>
          <p:cNvSpPr/>
          <p:nvPr/>
        </p:nvSpPr>
        <p:spPr>
          <a:xfrm>
            <a:off x="3187250" y="628824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араллелограмм 25">
            <a:extLst>
              <a:ext uri="{FF2B5EF4-FFF2-40B4-BE49-F238E27FC236}">
                <a16:creationId xmlns:a16="http://schemas.microsoft.com/office/drawing/2014/main" id="{54D05DBC-1ED9-7C00-494C-C01BE071F507}"/>
              </a:ext>
            </a:extLst>
          </p:cNvPr>
          <p:cNvSpPr/>
          <p:nvPr/>
        </p:nvSpPr>
        <p:spPr>
          <a:xfrm>
            <a:off x="3567701" y="628824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араллелограмм 26">
            <a:extLst>
              <a:ext uri="{FF2B5EF4-FFF2-40B4-BE49-F238E27FC236}">
                <a16:creationId xmlns:a16="http://schemas.microsoft.com/office/drawing/2014/main" id="{0C0CFE45-9EB2-95C8-146B-BB504B91A052}"/>
              </a:ext>
            </a:extLst>
          </p:cNvPr>
          <p:cNvSpPr/>
          <p:nvPr/>
        </p:nvSpPr>
        <p:spPr>
          <a:xfrm>
            <a:off x="3938179" y="628824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араллелограмм 27">
            <a:extLst>
              <a:ext uri="{FF2B5EF4-FFF2-40B4-BE49-F238E27FC236}">
                <a16:creationId xmlns:a16="http://schemas.microsoft.com/office/drawing/2014/main" id="{E142893B-4949-72F9-75A1-C635906DAC29}"/>
              </a:ext>
            </a:extLst>
          </p:cNvPr>
          <p:cNvSpPr/>
          <p:nvPr/>
        </p:nvSpPr>
        <p:spPr>
          <a:xfrm>
            <a:off x="4306899" y="626896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араллелограмм 28">
            <a:extLst>
              <a:ext uri="{FF2B5EF4-FFF2-40B4-BE49-F238E27FC236}">
                <a16:creationId xmlns:a16="http://schemas.microsoft.com/office/drawing/2014/main" id="{18D70781-E13F-0B01-6428-30C61D7EF00E}"/>
              </a:ext>
            </a:extLst>
          </p:cNvPr>
          <p:cNvSpPr/>
          <p:nvPr/>
        </p:nvSpPr>
        <p:spPr>
          <a:xfrm>
            <a:off x="4677377" y="62689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араллелограмм 29">
            <a:extLst>
              <a:ext uri="{FF2B5EF4-FFF2-40B4-BE49-F238E27FC236}">
                <a16:creationId xmlns:a16="http://schemas.microsoft.com/office/drawing/2014/main" id="{FF6E0840-C5E7-274E-B820-9EEB02D3298A}"/>
              </a:ext>
            </a:extLst>
          </p:cNvPr>
          <p:cNvSpPr/>
          <p:nvPr/>
        </p:nvSpPr>
        <p:spPr>
          <a:xfrm>
            <a:off x="5105005" y="625493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араллелограмм 30">
            <a:extLst>
              <a:ext uri="{FF2B5EF4-FFF2-40B4-BE49-F238E27FC236}">
                <a16:creationId xmlns:a16="http://schemas.microsoft.com/office/drawing/2014/main" id="{BEF58E85-3D49-D2C5-AB2D-7F38985760A9}"/>
              </a:ext>
            </a:extLst>
          </p:cNvPr>
          <p:cNvSpPr/>
          <p:nvPr/>
        </p:nvSpPr>
        <p:spPr>
          <a:xfrm>
            <a:off x="5475483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араллелограмм 31">
            <a:extLst>
              <a:ext uri="{FF2B5EF4-FFF2-40B4-BE49-F238E27FC236}">
                <a16:creationId xmlns:a16="http://schemas.microsoft.com/office/drawing/2014/main" id="{5A23FC50-2952-EF84-815D-AB15D6A50E35}"/>
              </a:ext>
            </a:extLst>
          </p:cNvPr>
          <p:cNvSpPr/>
          <p:nvPr/>
        </p:nvSpPr>
        <p:spPr>
          <a:xfrm>
            <a:off x="5855934" y="625493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араллелограмм 32">
            <a:extLst>
              <a:ext uri="{FF2B5EF4-FFF2-40B4-BE49-F238E27FC236}">
                <a16:creationId xmlns:a16="http://schemas.microsoft.com/office/drawing/2014/main" id="{CEA87546-20A1-4797-1030-0ADFE0F5F528}"/>
              </a:ext>
            </a:extLst>
          </p:cNvPr>
          <p:cNvSpPr/>
          <p:nvPr/>
        </p:nvSpPr>
        <p:spPr>
          <a:xfrm>
            <a:off x="6226412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араллелограмм 33">
            <a:extLst>
              <a:ext uri="{FF2B5EF4-FFF2-40B4-BE49-F238E27FC236}">
                <a16:creationId xmlns:a16="http://schemas.microsoft.com/office/drawing/2014/main" id="{164A3111-6783-DB01-BCF9-976FBED8DE44}"/>
              </a:ext>
            </a:extLst>
          </p:cNvPr>
          <p:cNvSpPr/>
          <p:nvPr/>
        </p:nvSpPr>
        <p:spPr>
          <a:xfrm>
            <a:off x="6588683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араллелограмм 34">
            <a:extLst>
              <a:ext uri="{FF2B5EF4-FFF2-40B4-BE49-F238E27FC236}">
                <a16:creationId xmlns:a16="http://schemas.microsoft.com/office/drawing/2014/main" id="{0A60E7C4-E692-9122-8E10-F3AC26B7893A}"/>
              </a:ext>
            </a:extLst>
          </p:cNvPr>
          <p:cNvSpPr/>
          <p:nvPr/>
        </p:nvSpPr>
        <p:spPr>
          <a:xfrm>
            <a:off x="6959161" y="625493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араллелограмм 35">
            <a:extLst>
              <a:ext uri="{FF2B5EF4-FFF2-40B4-BE49-F238E27FC236}">
                <a16:creationId xmlns:a16="http://schemas.microsoft.com/office/drawing/2014/main" id="{E6DD9F66-51BF-BA11-74CA-020EAE023EC1}"/>
              </a:ext>
            </a:extLst>
          </p:cNvPr>
          <p:cNvSpPr/>
          <p:nvPr/>
        </p:nvSpPr>
        <p:spPr>
          <a:xfrm>
            <a:off x="7386789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араллелограмм 36">
            <a:extLst>
              <a:ext uri="{FF2B5EF4-FFF2-40B4-BE49-F238E27FC236}">
                <a16:creationId xmlns:a16="http://schemas.microsoft.com/office/drawing/2014/main" id="{16D3A8BA-AD4B-377C-3640-167E867F4E5C}"/>
              </a:ext>
            </a:extLst>
          </p:cNvPr>
          <p:cNvSpPr/>
          <p:nvPr/>
        </p:nvSpPr>
        <p:spPr>
          <a:xfrm>
            <a:off x="7757267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араллелограмм 37">
            <a:extLst>
              <a:ext uri="{FF2B5EF4-FFF2-40B4-BE49-F238E27FC236}">
                <a16:creationId xmlns:a16="http://schemas.microsoft.com/office/drawing/2014/main" id="{C37E7A90-C03F-044D-013D-F3B31A285C01}"/>
              </a:ext>
            </a:extLst>
          </p:cNvPr>
          <p:cNvSpPr/>
          <p:nvPr/>
        </p:nvSpPr>
        <p:spPr>
          <a:xfrm>
            <a:off x="8137718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араллелограмм 38">
            <a:extLst>
              <a:ext uri="{FF2B5EF4-FFF2-40B4-BE49-F238E27FC236}">
                <a16:creationId xmlns:a16="http://schemas.microsoft.com/office/drawing/2014/main" id="{394FF4A7-3094-57C7-F753-D0054B957D29}"/>
              </a:ext>
            </a:extLst>
          </p:cNvPr>
          <p:cNvSpPr/>
          <p:nvPr/>
        </p:nvSpPr>
        <p:spPr>
          <a:xfrm>
            <a:off x="8508196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араллелограмм 39">
            <a:extLst>
              <a:ext uri="{FF2B5EF4-FFF2-40B4-BE49-F238E27FC236}">
                <a16:creationId xmlns:a16="http://schemas.microsoft.com/office/drawing/2014/main" id="{3D6822CF-F941-609D-551E-DB7F6AC06FBA}"/>
              </a:ext>
            </a:extLst>
          </p:cNvPr>
          <p:cNvSpPr/>
          <p:nvPr/>
        </p:nvSpPr>
        <p:spPr>
          <a:xfrm>
            <a:off x="7732680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араллелограмм 40">
            <a:extLst>
              <a:ext uri="{FF2B5EF4-FFF2-40B4-BE49-F238E27FC236}">
                <a16:creationId xmlns:a16="http://schemas.microsoft.com/office/drawing/2014/main" id="{2F01410A-7D9B-CBE0-5B3F-76089B062C54}"/>
              </a:ext>
            </a:extLst>
          </p:cNvPr>
          <p:cNvSpPr/>
          <p:nvPr/>
        </p:nvSpPr>
        <p:spPr>
          <a:xfrm>
            <a:off x="8103158" y="625493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араллелограмм 41">
            <a:extLst>
              <a:ext uri="{FF2B5EF4-FFF2-40B4-BE49-F238E27FC236}">
                <a16:creationId xmlns:a16="http://schemas.microsoft.com/office/drawing/2014/main" id="{4BB6B43A-3D43-46DB-7455-B02864A079BC}"/>
              </a:ext>
            </a:extLst>
          </p:cNvPr>
          <p:cNvSpPr/>
          <p:nvPr/>
        </p:nvSpPr>
        <p:spPr>
          <a:xfrm>
            <a:off x="8530786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араллелограмм 42">
            <a:extLst>
              <a:ext uri="{FF2B5EF4-FFF2-40B4-BE49-F238E27FC236}">
                <a16:creationId xmlns:a16="http://schemas.microsoft.com/office/drawing/2014/main" id="{3A6B0961-E244-D215-283C-2D9EBD8B17C0}"/>
              </a:ext>
            </a:extLst>
          </p:cNvPr>
          <p:cNvSpPr/>
          <p:nvPr/>
        </p:nvSpPr>
        <p:spPr>
          <a:xfrm>
            <a:off x="8901264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араллелограмм 43">
            <a:extLst>
              <a:ext uri="{FF2B5EF4-FFF2-40B4-BE49-F238E27FC236}">
                <a16:creationId xmlns:a16="http://schemas.microsoft.com/office/drawing/2014/main" id="{CA38782C-1F78-2D1F-2D66-2CA0B8698FCC}"/>
              </a:ext>
            </a:extLst>
          </p:cNvPr>
          <p:cNvSpPr/>
          <p:nvPr/>
        </p:nvSpPr>
        <p:spPr>
          <a:xfrm>
            <a:off x="9281715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араллелограмм 44">
            <a:extLst>
              <a:ext uri="{FF2B5EF4-FFF2-40B4-BE49-F238E27FC236}">
                <a16:creationId xmlns:a16="http://schemas.microsoft.com/office/drawing/2014/main" id="{8CBCD80B-9E81-0120-FE89-B64D6A1E116E}"/>
              </a:ext>
            </a:extLst>
          </p:cNvPr>
          <p:cNvSpPr/>
          <p:nvPr/>
        </p:nvSpPr>
        <p:spPr>
          <a:xfrm>
            <a:off x="9652193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араллелограмм 45">
            <a:extLst>
              <a:ext uri="{FF2B5EF4-FFF2-40B4-BE49-F238E27FC236}">
                <a16:creationId xmlns:a16="http://schemas.microsoft.com/office/drawing/2014/main" id="{D9B35AD7-6782-DFCB-0E0A-930F0F05CBCE}"/>
              </a:ext>
            </a:extLst>
          </p:cNvPr>
          <p:cNvSpPr/>
          <p:nvPr/>
        </p:nvSpPr>
        <p:spPr>
          <a:xfrm>
            <a:off x="10014464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араллелограмм 46">
            <a:extLst>
              <a:ext uri="{FF2B5EF4-FFF2-40B4-BE49-F238E27FC236}">
                <a16:creationId xmlns:a16="http://schemas.microsoft.com/office/drawing/2014/main" id="{4D821988-9F6B-386B-A987-C6696A0A6270}"/>
              </a:ext>
            </a:extLst>
          </p:cNvPr>
          <p:cNvSpPr/>
          <p:nvPr/>
        </p:nvSpPr>
        <p:spPr>
          <a:xfrm>
            <a:off x="10384942" y="624089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араллелограмм 47">
            <a:extLst>
              <a:ext uri="{FF2B5EF4-FFF2-40B4-BE49-F238E27FC236}">
                <a16:creationId xmlns:a16="http://schemas.microsoft.com/office/drawing/2014/main" id="{B349CB6D-B0EB-9EFE-637D-CD1F2F0D1499}"/>
              </a:ext>
            </a:extLst>
          </p:cNvPr>
          <p:cNvSpPr/>
          <p:nvPr/>
        </p:nvSpPr>
        <p:spPr>
          <a:xfrm>
            <a:off x="10812570" y="62268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араллелограмм 48">
            <a:extLst>
              <a:ext uri="{FF2B5EF4-FFF2-40B4-BE49-F238E27FC236}">
                <a16:creationId xmlns:a16="http://schemas.microsoft.com/office/drawing/2014/main" id="{2F55E7D6-F27F-7DA7-C185-96A277457D9F}"/>
              </a:ext>
            </a:extLst>
          </p:cNvPr>
          <p:cNvSpPr/>
          <p:nvPr/>
        </p:nvSpPr>
        <p:spPr>
          <a:xfrm>
            <a:off x="11183048" y="622686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араллелограмм 49">
            <a:extLst>
              <a:ext uri="{FF2B5EF4-FFF2-40B4-BE49-F238E27FC236}">
                <a16:creationId xmlns:a16="http://schemas.microsoft.com/office/drawing/2014/main" id="{CEF2C926-85D8-7082-7A27-9812A73ACEC7}"/>
              </a:ext>
            </a:extLst>
          </p:cNvPr>
          <p:cNvSpPr/>
          <p:nvPr/>
        </p:nvSpPr>
        <p:spPr>
          <a:xfrm>
            <a:off x="11563499" y="62268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араллелограмм 50">
            <a:extLst>
              <a:ext uri="{FF2B5EF4-FFF2-40B4-BE49-F238E27FC236}">
                <a16:creationId xmlns:a16="http://schemas.microsoft.com/office/drawing/2014/main" id="{7516D16B-DF9C-546B-DDA7-55D9DA09043A}"/>
              </a:ext>
            </a:extLst>
          </p:cNvPr>
          <p:cNvSpPr/>
          <p:nvPr/>
        </p:nvSpPr>
        <p:spPr>
          <a:xfrm>
            <a:off x="11933977" y="622686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B0F64-911F-A2EB-7F41-9C0588C6E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033" y="28639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 Black" panose="020B0A04020102020204" pitchFamily="34" charset="0"/>
              </a:rPr>
              <a:t>Административная панель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70FDD95-FE55-7716-B375-7D4FBA8BD1ED}"/>
              </a:ext>
            </a:extLst>
          </p:cNvPr>
          <p:cNvSpPr/>
          <p:nvPr/>
        </p:nvSpPr>
        <p:spPr>
          <a:xfrm>
            <a:off x="11156043" y="2725058"/>
            <a:ext cx="667657" cy="499105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F05AC79-0AB4-ABBB-4253-84D7D8B3483B}"/>
              </a:ext>
            </a:extLst>
          </p:cNvPr>
          <p:cNvSpPr/>
          <p:nvPr/>
        </p:nvSpPr>
        <p:spPr>
          <a:xfrm>
            <a:off x="11156042" y="251618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7E1875B-522A-E9D8-2492-59C0B343792F}"/>
              </a:ext>
            </a:extLst>
          </p:cNvPr>
          <p:cNvSpPr/>
          <p:nvPr/>
        </p:nvSpPr>
        <p:spPr>
          <a:xfrm>
            <a:off x="11156042" y="2344126"/>
            <a:ext cx="667657" cy="8871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DE9837E-C8DE-82AD-C927-CCDB5D15F9C4}"/>
              </a:ext>
            </a:extLst>
          </p:cNvPr>
          <p:cNvSpPr/>
          <p:nvPr/>
        </p:nvSpPr>
        <p:spPr>
          <a:xfrm>
            <a:off x="11156042" y="1889918"/>
            <a:ext cx="667657" cy="49631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F7EFE50-F3D0-67F7-F0FA-E44E175621AB}"/>
              </a:ext>
            </a:extLst>
          </p:cNvPr>
          <p:cNvSpPr/>
          <p:nvPr/>
        </p:nvSpPr>
        <p:spPr>
          <a:xfrm>
            <a:off x="11156042" y="1741125"/>
            <a:ext cx="667657" cy="7082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05C5C2A-B595-1C61-F2A9-F81F532A648C}"/>
              </a:ext>
            </a:extLst>
          </p:cNvPr>
          <p:cNvSpPr/>
          <p:nvPr/>
        </p:nvSpPr>
        <p:spPr>
          <a:xfrm>
            <a:off x="11156042" y="1213644"/>
            <a:ext cx="667657" cy="44057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83F7C13-D82D-DC2A-1348-CFBED652EED4}"/>
              </a:ext>
            </a:extLst>
          </p:cNvPr>
          <p:cNvSpPr/>
          <p:nvPr/>
        </p:nvSpPr>
        <p:spPr>
          <a:xfrm>
            <a:off x="11156041" y="98847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DFA5F41-9698-810B-9987-CA93C8F9EFF4}"/>
              </a:ext>
            </a:extLst>
          </p:cNvPr>
          <p:cNvSpPr/>
          <p:nvPr/>
        </p:nvSpPr>
        <p:spPr>
          <a:xfrm>
            <a:off x="11156040" y="764791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B7F60AB-D789-60A6-0921-BEE9C3EAA81D}"/>
              </a:ext>
            </a:extLst>
          </p:cNvPr>
          <p:cNvSpPr/>
          <p:nvPr/>
        </p:nvSpPr>
        <p:spPr>
          <a:xfrm>
            <a:off x="11156040" y="388077"/>
            <a:ext cx="667657" cy="27914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FE16A36-8506-4879-F821-1E8AE8102864}"/>
              </a:ext>
            </a:extLst>
          </p:cNvPr>
          <p:cNvSpPr/>
          <p:nvPr/>
        </p:nvSpPr>
        <p:spPr>
          <a:xfrm>
            <a:off x="11156039" y="213414"/>
            <a:ext cx="667657" cy="77567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05E7FE0-8B09-FB9B-B153-47E895151AC7}"/>
              </a:ext>
            </a:extLst>
          </p:cNvPr>
          <p:cNvSpPr/>
          <p:nvPr/>
        </p:nvSpPr>
        <p:spPr>
          <a:xfrm>
            <a:off x="11156039" y="-5748"/>
            <a:ext cx="667657" cy="13799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7CA356-C995-23CA-4ABB-73F542F8A627}"/>
              </a:ext>
            </a:extLst>
          </p:cNvPr>
          <p:cNvSpPr/>
          <p:nvPr/>
        </p:nvSpPr>
        <p:spPr>
          <a:xfrm>
            <a:off x="11156038" y="-229436"/>
            <a:ext cx="667657" cy="12033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8EAA94BC-E6ED-C26A-0F77-D1ED2C12941B}"/>
              </a:ext>
            </a:extLst>
          </p:cNvPr>
          <p:cNvSpPr/>
          <p:nvPr/>
        </p:nvSpPr>
        <p:spPr>
          <a:xfrm>
            <a:off x="11156037" y="2065430"/>
            <a:ext cx="667657" cy="198962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араллелограмм 64">
            <a:extLst>
              <a:ext uri="{FF2B5EF4-FFF2-40B4-BE49-F238E27FC236}">
                <a16:creationId xmlns:a16="http://schemas.microsoft.com/office/drawing/2014/main" id="{8250722D-0730-CC11-3FAE-4B32A1D00690}"/>
              </a:ext>
            </a:extLst>
          </p:cNvPr>
          <p:cNvSpPr/>
          <p:nvPr/>
        </p:nvSpPr>
        <p:spPr>
          <a:xfrm>
            <a:off x="9851091" y="404462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араллелограмм 65">
            <a:extLst>
              <a:ext uri="{FF2B5EF4-FFF2-40B4-BE49-F238E27FC236}">
                <a16:creationId xmlns:a16="http://schemas.microsoft.com/office/drawing/2014/main" id="{5B81AD75-38CB-4E9D-00A9-94A7496C489D}"/>
              </a:ext>
            </a:extLst>
          </p:cNvPr>
          <p:cNvSpPr/>
          <p:nvPr/>
        </p:nvSpPr>
        <p:spPr>
          <a:xfrm>
            <a:off x="10221569" y="404461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араллелограмм 66">
            <a:extLst>
              <a:ext uri="{FF2B5EF4-FFF2-40B4-BE49-F238E27FC236}">
                <a16:creationId xmlns:a16="http://schemas.microsoft.com/office/drawing/2014/main" id="{F2AAECA3-A1D0-2115-7E89-0E7C50E7E071}"/>
              </a:ext>
            </a:extLst>
          </p:cNvPr>
          <p:cNvSpPr/>
          <p:nvPr/>
        </p:nvSpPr>
        <p:spPr>
          <a:xfrm>
            <a:off x="10649197" y="390429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Параллелограмм 67">
            <a:extLst>
              <a:ext uri="{FF2B5EF4-FFF2-40B4-BE49-F238E27FC236}">
                <a16:creationId xmlns:a16="http://schemas.microsoft.com/office/drawing/2014/main" id="{D984A4FF-AE65-D409-A537-BE0C089C7300}"/>
              </a:ext>
            </a:extLst>
          </p:cNvPr>
          <p:cNvSpPr/>
          <p:nvPr/>
        </p:nvSpPr>
        <p:spPr>
          <a:xfrm>
            <a:off x="11019675" y="390428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араллелограмм 68">
            <a:extLst>
              <a:ext uri="{FF2B5EF4-FFF2-40B4-BE49-F238E27FC236}">
                <a16:creationId xmlns:a16="http://schemas.microsoft.com/office/drawing/2014/main" id="{C8234AE8-F366-0B48-D1E1-910D02D3F7BB}"/>
              </a:ext>
            </a:extLst>
          </p:cNvPr>
          <p:cNvSpPr/>
          <p:nvPr/>
        </p:nvSpPr>
        <p:spPr>
          <a:xfrm>
            <a:off x="11400126" y="390429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араллелограмм 69">
            <a:extLst>
              <a:ext uri="{FF2B5EF4-FFF2-40B4-BE49-F238E27FC236}">
                <a16:creationId xmlns:a16="http://schemas.microsoft.com/office/drawing/2014/main" id="{B412733A-6BA0-07B4-775B-7EC83ECCDA54}"/>
              </a:ext>
            </a:extLst>
          </p:cNvPr>
          <p:cNvSpPr/>
          <p:nvPr/>
        </p:nvSpPr>
        <p:spPr>
          <a:xfrm>
            <a:off x="11770604" y="390428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FF76D3D6-9F98-AF6D-A201-9C0A7EC7B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587" y="1354202"/>
            <a:ext cx="10252026" cy="440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723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араллелограмм 15">
            <a:extLst>
              <a:ext uri="{FF2B5EF4-FFF2-40B4-BE49-F238E27FC236}">
                <a16:creationId xmlns:a16="http://schemas.microsoft.com/office/drawing/2014/main" id="{2F69B884-62AC-C770-25C1-6EB7E090534F}"/>
              </a:ext>
            </a:extLst>
          </p:cNvPr>
          <p:cNvSpPr/>
          <p:nvPr/>
        </p:nvSpPr>
        <p:spPr>
          <a:xfrm>
            <a:off x="-263118" y="631631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араллелограмм 16">
            <a:extLst>
              <a:ext uri="{FF2B5EF4-FFF2-40B4-BE49-F238E27FC236}">
                <a16:creationId xmlns:a16="http://schemas.microsoft.com/office/drawing/2014/main" id="{0320F37B-6EC2-D3C9-6223-7D087E129C21}"/>
              </a:ext>
            </a:extLst>
          </p:cNvPr>
          <p:cNvSpPr/>
          <p:nvPr/>
        </p:nvSpPr>
        <p:spPr>
          <a:xfrm>
            <a:off x="107360" y="6316311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араллелограмм 17">
            <a:extLst>
              <a:ext uri="{FF2B5EF4-FFF2-40B4-BE49-F238E27FC236}">
                <a16:creationId xmlns:a16="http://schemas.microsoft.com/office/drawing/2014/main" id="{8393BE49-4403-4EAB-DE75-98E5013479DE}"/>
              </a:ext>
            </a:extLst>
          </p:cNvPr>
          <p:cNvSpPr/>
          <p:nvPr/>
        </p:nvSpPr>
        <p:spPr>
          <a:xfrm>
            <a:off x="534988" y="630227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араллелограмм 18">
            <a:extLst>
              <a:ext uri="{FF2B5EF4-FFF2-40B4-BE49-F238E27FC236}">
                <a16:creationId xmlns:a16="http://schemas.microsoft.com/office/drawing/2014/main" id="{DF07975C-F616-65C1-F56F-BE9B51693BD4}"/>
              </a:ext>
            </a:extLst>
          </p:cNvPr>
          <p:cNvSpPr/>
          <p:nvPr/>
        </p:nvSpPr>
        <p:spPr>
          <a:xfrm>
            <a:off x="905466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араллелограмм 19">
            <a:extLst>
              <a:ext uri="{FF2B5EF4-FFF2-40B4-BE49-F238E27FC236}">
                <a16:creationId xmlns:a16="http://schemas.microsoft.com/office/drawing/2014/main" id="{0B9A45EC-68C7-A876-DEB2-9A793DA395BF}"/>
              </a:ext>
            </a:extLst>
          </p:cNvPr>
          <p:cNvSpPr/>
          <p:nvPr/>
        </p:nvSpPr>
        <p:spPr>
          <a:xfrm>
            <a:off x="1285917" y="630227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араллелограмм 20">
            <a:extLst>
              <a:ext uri="{FF2B5EF4-FFF2-40B4-BE49-F238E27FC236}">
                <a16:creationId xmlns:a16="http://schemas.microsoft.com/office/drawing/2014/main" id="{8241AE96-AED5-BF6D-1E86-96C198236366}"/>
              </a:ext>
            </a:extLst>
          </p:cNvPr>
          <p:cNvSpPr/>
          <p:nvPr/>
        </p:nvSpPr>
        <p:spPr>
          <a:xfrm>
            <a:off x="1656395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араллелограмм 21">
            <a:extLst>
              <a:ext uri="{FF2B5EF4-FFF2-40B4-BE49-F238E27FC236}">
                <a16:creationId xmlns:a16="http://schemas.microsoft.com/office/drawing/2014/main" id="{8BCCA6A7-BF35-DEDA-AD5F-D5A7428B3C59}"/>
              </a:ext>
            </a:extLst>
          </p:cNvPr>
          <p:cNvSpPr/>
          <p:nvPr/>
        </p:nvSpPr>
        <p:spPr>
          <a:xfrm>
            <a:off x="2018666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араллелограмм 22">
            <a:extLst>
              <a:ext uri="{FF2B5EF4-FFF2-40B4-BE49-F238E27FC236}">
                <a16:creationId xmlns:a16="http://schemas.microsoft.com/office/drawing/2014/main" id="{CC67616A-DB09-396A-A982-82368816AC8C}"/>
              </a:ext>
            </a:extLst>
          </p:cNvPr>
          <p:cNvSpPr/>
          <p:nvPr/>
        </p:nvSpPr>
        <p:spPr>
          <a:xfrm>
            <a:off x="2389144" y="630227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араллелограмм 23">
            <a:extLst>
              <a:ext uri="{FF2B5EF4-FFF2-40B4-BE49-F238E27FC236}">
                <a16:creationId xmlns:a16="http://schemas.microsoft.com/office/drawing/2014/main" id="{08E5E3BB-277C-57D3-CB3B-998DD2414B1B}"/>
              </a:ext>
            </a:extLst>
          </p:cNvPr>
          <p:cNvSpPr/>
          <p:nvPr/>
        </p:nvSpPr>
        <p:spPr>
          <a:xfrm>
            <a:off x="2816772" y="628824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араллелограмм 24">
            <a:extLst>
              <a:ext uri="{FF2B5EF4-FFF2-40B4-BE49-F238E27FC236}">
                <a16:creationId xmlns:a16="http://schemas.microsoft.com/office/drawing/2014/main" id="{CA82AB9D-7B23-FBE4-A94A-66EC19737217}"/>
              </a:ext>
            </a:extLst>
          </p:cNvPr>
          <p:cNvSpPr/>
          <p:nvPr/>
        </p:nvSpPr>
        <p:spPr>
          <a:xfrm>
            <a:off x="3187250" y="628824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араллелограмм 25">
            <a:extLst>
              <a:ext uri="{FF2B5EF4-FFF2-40B4-BE49-F238E27FC236}">
                <a16:creationId xmlns:a16="http://schemas.microsoft.com/office/drawing/2014/main" id="{54D05DBC-1ED9-7C00-494C-C01BE071F507}"/>
              </a:ext>
            </a:extLst>
          </p:cNvPr>
          <p:cNvSpPr/>
          <p:nvPr/>
        </p:nvSpPr>
        <p:spPr>
          <a:xfrm>
            <a:off x="3567701" y="628824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араллелограмм 26">
            <a:extLst>
              <a:ext uri="{FF2B5EF4-FFF2-40B4-BE49-F238E27FC236}">
                <a16:creationId xmlns:a16="http://schemas.microsoft.com/office/drawing/2014/main" id="{0C0CFE45-9EB2-95C8-146B-BB504B91A052}"/>
              </a:ext>
            </a:extLst>
          </p:cNvPr>
          <p:cNvSpPr/>
          <p:nvPr/>
        </p:nvSpPr>
        <p:spPr>
          <a:xfrm>
            <a:off x="3938179" y="628824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араллелограмм 27">
            <a:extLst>
              <a:ext uri="{FF2B5EF4-FFF2-40B4-BE49-F238E27FC236}">
                <a16:creationId xmlns:a16="http://schemas.microsoft.com/office/drawing/2014/main" id="{E142893B-4949-72F9-75A1-C635906DAC29}"/>
              </a:ext>
            </a:extLst>
          </p:cNvPr>
          <p:cNvSpPr/>
          <p:nvPr/>
        </p:nvSpPr>
        <p:spPr>
          <a:xfrm>
            <a:off x="4306899" y="626896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араллелограмм 28">
            <a:extLst>
              <a:ext uri="{FF2B5EF4-FFF2-40B4-BE49-F238E27FC236}">
                <a16:creationId xmlns:a16="http://schemas.microsoft.com/office/drawing/2014/main" id="{18D70781-E13F-0B01-6428-30C61D7EF00E}"/>
              </a:ext>
            </a:extLst>
          </p:cNvPr>
          <p:cNvSpPr/>
          <p:nvPr/>
        </p:nvSpPr>
        <p:spPr>
          <a:xfrm>
            <a:off x="4677377" y="62689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араллелограмм 29">
            <a:extLst>
              <a:ext uri="{FF2B5EF4-FFF2-40B4-BE49-F238E27FC236}">
                <a16:creationId xmlns:a16="http://schemas.microsoft.com/office/drawing/2014/main" id="{FF6E0840-C5E7-274E-B820-9EEB02D3298A}"/>
              </a:ext>
            </a:extLst>
          </p:cNvPr>
          <p:cNvSpPr/>
          <p:nvPr/>
        </p:nvSpPr>
        <p:spPr>
          <a:xfrm>
            <a:off x="5105005" y="625493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араллелограмм 30">
            <a:extLst>
              <a:ext uri="{FF2B5EF4-FFF2-40B4-BE49-F238E27FC236}">
                <a16:creationId xmlns:a16="http://schemas.microsoft.com/office/drawing/2014/main" id="{BEF58E85-3D49-D2C5-AB2D-7F38985760A9}"/>
              </a:ext>
            </a:extLst>
          </p:cNvPr>
          <p:cNvSpPr/>
          <p:nvPr/>
        </p:nvSpPr>
        <p:spPr>
          <a:xfrm>
            <a:off x="5475483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араллелограмм 31">
            <a:extLst>
              <a:ext uri="{FF2B5EF4-FFF2-40B4-BE49-F238E27FC236}">
                <a16:creationId xmlns:a16="http://schemas.microsoft.com/office/drawing/2014/main" id="{5A23FC50-2952-EF84-815D-AB15D6A50E35}"/>
              </a:ext>
            </a:extLst>
          </p:cNvPr>
          <p:cNvSpPr/>
          <p:nvPr/>
        </p:nvSpPr>
        <p:spPr>
          <a:xfrm>
            <a:off x="5855934" y="625493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араллелограмм 32">
            <a:extLst>
              <a:ext uri="{FF2B5EF4-FFF2-40B4-BE49-F238E27FC236}">
                <a16:creationId xmlns:a16="http://schemas.microsoft.com/office/drawing/2014/main" id="{CEA87546-20A1-4797-1030-0ADFE0F5F528}"/>
              </a:ext>
            </a:extLst>
          </p:cNvPr>
          <p:cNvSpPr/>
          <p:nvPr/>
        </p:nvSpPr>
        <p:spPr>
          <a:xfrm>
            <a:off x="6226412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араллелограмм 33">
            <a:extLst>
              <a:ext uri="{FF2B5EF4-FFF2-40B4-BE49-F238E27FC236}">
                <a16:creationId xmlns:a16="http://schemas.microsoft.com/office/drawing/2014/main" id="{164A3111-6783-DB01-BCF9-976FBED8DE44}"/>
              </a:ext>
            </a:extLst>
          </p:cNvPr>
          <p:cNvSpPr/>
          <p:nvPr/>
        </p:nvSpPr>
        <p:spPr>
          <a:xfrm>
            <a:off x="6588683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араллелограмм 34">
            <a:extLst>
              <a:ext uri="{FF2B5EF4-FFF2-40B4-BE49-F238E27FC236}">
                <a16:creationId xmlns:a16="http://schemas.microsoft.com/office/drawing/2014/main" id="{0A60E7C4-E692-9122-8E10-F3AC26B7893A}"/>
              </a:ext>
            </a:extLst>
          </p:cNvPr>
          <p:cNvSpPr/>
          <p:nvPr/>
        </p:nvSpPr>
        <p:spPr>
          <a:xfrm>
            <a:off x="6959161" y="625493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араллелограмм 35">
            <a:extLst>
              <a:ext uri="{FF2B5EF4-FFF2-40B4-BE49-F238E27FC236}">
                <a16:creationId xmlns:a16="http://schemas.microsoft.com/office/drawing/2014/main" id="{E6DD9F66-51BF-BA11-74CA-020EAE023EC1}"/>
              </a:ext>
            </a:extLst>
          </p:cNvPr>
          <p:cNvSpPr/>
          <p:nvPr/>
        </p:nvSpPr>
        <p:spPr>
          <a:xfrm>
            <a:off x="7386789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араллелограмм 36">
            <a:extLst>
              <a:ext uri="{FF2B5EF4-FFF2-40B4-BE49-F238E27FC236}">
                <a16:creationId xmlns:a16="http://schemas.microsoft.com/office/drawing/2014/main" id="{16D3A8BA-AD4B-377C-3640-167E867F4E5C}"/>
              </a:ext>
            </a:extLst>
          </p:cNvPr>
          <p:cNvSpPr/>
          <p:nvPr/>
        </p:nvSpPr>
        <p:spPr>
          <a:xfrm>
            <a:off x="7757267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араллелограмм 37">
            <a:extLst>
              <a:ext uri="{FF2B5EF4-FFF2-40B4-BE49-F238E27FC236}">
                <a16:creationId xmlns:a16="http://schemas.microsoft.com/office/drawing/2014/main" id="{C37E7A90-C03F-044D-013D-F3B31A285C01}"/>
              </a:ext>
            </a:extLst>
          </p:cNvPr>
          <p:cNvSpPr/>
          <p:nvPr/>
        </p:nvSpPr>
        <p:spPr>
          <a:xfrm>
            <a:off x="8137718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араллелограмм 38">
            <a:extLst>
              <a:ext uri="{FF2B5EF4-FFF2-40B4-BE49-F238E27FC236}">
                <a16:creationId xmlns:a16="http://schemas.microsoft.com/office/drawing/2014/main" id="{394FF4A7-3094-57C7-F753-D0054B957D29}"/>
              </a:ext>
            </a:extLst>
          </p:cNvPr>
          <p:cNvSpPr/>
          <p:nvPr/>
        </p:nvSpPr>
        <p:spPr>
          <a:xfrm>
            <a:off x="8508196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араллелограмм 39">
            <a:extLst>
              <a:ext uri="{FF2B5EF4-FFF2-40B4-BE49-F238E27FC236}">
                <a16:creationId xmlns:a16="http://schemas.microsoft.com/office/drawing/2014/main" id="{3D6822CF-F941-609D-551E-DB7F6AC06FBA}"/>
              </a:ext>
            </a:extLst>
          </p:cNvPr>
          <p:cNvSpPr/>
          <p:nvPr/>
        </p:nvSpPr>
        <p:spPr>
          <a:xfrm>
            <a:off x="7732680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араллелограмм 40">
            <a:extLst>
              <a:ext uri="{FF2B5EF4-FFF2-40B4-BE49-F238E27FC236}">
                <a16:creationId xmlns:a16="http://schemas.microsoft.com/office/drawing/2014/main" id="{2F01410A-7D9B-CBE0-5B3F-76089B062C54}"/>
              </a:ext>
            </a:extLst>
          </p:cNvPr>
          <p:cNvSpPr/>
          <p:nvPr/>
        </p:nvSpPr>
        <p:spPr>
          <a:xfrm>
            <a:off x="8103158" y="625493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араллелограмм 41">
            <a:extLst>
              <a:ext uri="{FF2B5EF4-FFF2-40B4-BE49-F238E27FC236}">
                <a16:creationId xmlns:a16="http://schemas.microsoft.com/office/drawing/2014/main" id="{4BB6B43A-3D43-46DB-7455-B02864A079BC}"/>
              </a:ext>
            </a:extLst>
          </p:cNvPr>
          <p:cNvSpPr/>
          <p:nvPr/>
        </p:nvSpPr>
        <p:spPr>
          <a:xfrm>
            <a:off x="8530786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араллелограмм 42">
            <a:extLst>
              <a:ext uri="{FF2B5EF4-FFF2-40B4-BE49-F238E27FC236}">
                <a16:creationId xmlns:a16="http://schemas.microsoft.com/office/drawing/2014/main" id="{3A6B0961-E244-D215-283C-2D9EBD8B17C0}"/>
              </a:ext>
            </a:extLst>
          </p:cNvPr>
          <p:cNvSpPr/>
          <p:nvPr/>
        </p:nvSpPr>
        <p:spPr>
          <a:xfrm>
            <a:off x="8901264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араллелограмм 43">
            <a:extLst>
              <a:ext uri="{FF2B5EF4-FFF2-40B4-BE49-F238E27FC236}">
                <a16:creationId xmlns:a16="http://schemas.microsoft.com/office/drawing/2014/main" id="{CA38782C-1F78-2D1F-2D66-2CA0B8698FCC}"/>
              </a:ext>
            </a:extLst>
          </p:cNvPr>
          <p:cNvSpPr/>
          <p:nvPr/>
        </p:nvSpPr>
        <p:spPr>
          <a:xfrm>
            <a:off x="9281715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араллелограмм 44">
            <a:extLst>
              <a:ext uri="{FF2B5EF4-FFF2-40B4-BE49-F238E27FC236}">
                <a16:creationId xmlns:a16="http://schemas.microsoft.com/office/drawing/2014/main" id="{8CBCD80B-9E81-0120-FE89-B64D6A1E116E}"/>
              </a:ext>
            </a:extLst>
          </p:cNvPr>
          <p:cNvSpPr/>
          <p:nvPr/>
        </p:nvSpPr>
        <p:spPr>
          <a:xfrm>
            <a:off x="9652193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араллелограмм 45">
            <a:extLst>
              <a:ext uri="{FF2B5EF4-FFF2-40B4-BE49-F238E27FC236}">
                <a16:creationId xmlns:a16="http://schemas.microsoft.com/office/drawing/2014/main" id="{D9B35AD7-6782-DFCB-0E0A-930F0F05CBCE}"/>
              </a:ext>
            </a:extLst>
          </p:cNvPr>
          <p:cNvSpPr/>
          <p:nvPr/>
        </p:nvSpPr>
        <p:spPr>
          <a:xfrm>
            <a:off x="10014464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араллелограмм 46">
            <a:extLst>
              <a:ext uri="{FF2B5EF4-FFF2-40B4-BE49-F238E27FC236}">
                <a16:creationId xmlns:a16="http://schemas.microsoft.com/office/drawing/2014/main" id="{4D821988-9F6B-386B-A987-C6696A0A6270}"/>
              </a:ext>
            </a:extLst>
          </p:cNvPr>
          <p:cNvSpPr/>
          <p:nvPr/>
        </p:nvSpPr>
        <p:spPr>
          <a:xfrm>
            <a:off x="10384942" y="624089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араллелограмм 47">
            <a:extLst>
              <a:ext uri="{FF2B5EF4-FFF2-40B4-BE49-F238E27FC236}">
                <a16:creationId xmlns:a16="http://schemas.microsoft.com/office/drawing/2014/main" id="{B349CB6D-B0EB-9EFE-637D-CD1F2F0D1499}"/>
              </a:ext>
            </a:extLst>
          </p:cNvPr>
          <p:cNvSpPr/>
          <p:nvPr/>
        </p:nvSpPr>
        <p:spPr>
          <a:xfrm>
            <a:off x="10812570" y="62268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араллелограмм 48">
            <a:extLst>
              <a:ext uri="{FF2B5EF4-FFF2-40B4-BE49-F238E27FC236}">
                <a16:creationId xmlns:a16="http://schemas.microsoft.com/office/drawing/2014/main" id="{2F55E7D6-F27F-7DA7-C185-96A277457D9F}"/>
              </a:ext>
            </a:extLst>
          </p:cNvPr>
          <p:cNvSpPr/>
          <p:nvPr/>
        </p:nvSpPr>
        <p:spPr>
          <a:xfrm>
            <a:off x="11183048" y="622686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араллелограмм 49">
            <a:extLst>
              <a:ext uri="{FF2B5EF4-FFF2-40B4-BE49-F238E27FC236}">
                <a16:creationId xmlns:a16="http://schemas.microsoft.com/office/drawing/2014/main" id="{CEF2C926-85D8-7082-7A27-9812A73ACEC7}"/>
              </a:ext>
            </a:extLst>
          </p:cNvPr>
          <p:cNvSpPr/>
          <p:nvPr/>
        </p:nvSpPr>
        <p:spPr>
          <a:xfrm>
            <a:off x="11563499" y="62268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араллелограмм 50">
            <a:extLst>
              <a:ext uri="{FF2B5EF4-FFF2-40B4-BE49-F238E27FC236}">
                <a16:creationId xmlns:a16="http://schemas.microsoft.com/office/drawing/2014/main" id="{7516D16B-DF9C-546B-DDA7-55D9DA09043A}"/>
              </a:ext>
            </a:extLst>
          </p:cNvPr>
          <p:cNvSpPr/>
          <p:nvPr/>
        </p:nvSpPr>
        <p:spPr>
          <a:xfrm>
            <a:off x="11933977" y="622686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B0F64-911F-A2EB-7F41-9C0588C6E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033" y="28639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 Black" panose="020B0A04020102020204" pitchFamily="34" charset="0"/>
              </a:rPr>
              <a:t>Пользовательская часть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70FDD95-FE55-7716-B375-7D4FBA8BD1ED}"/>
              </a:ext>
            </a:extLst>
          </p:cNvPr>
          <p:cNvSpPr/>
          <p:nvPr/>
        </p:nvSpPr>
        <p:spPr>
          <a:xfrm>
            <a:off x="11156043" y="2725058"/>
            <a:ext cx="667657" cy="499105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F05AC79-0AB4-ABBB-4253-84D7D8B3483B}"/>
              </a:ext>
            </a:extLst>
          </p:cNvPr>
          <p:cNvSpPr/>
          <p:nvPr/>
        </p:nvSpPr>
        <p:spPr>
          <a:xfrm>
            <a:off x="11156042" y="251618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7E1875B-522A-E9D8-2492-59C0B343792F}"/>
              </a:ext>
            </a:extLst>
          </p:cNvPr>
          <p:cNvSpPr/>
          <p:nvPr/>
        </p:nvSpPr>
        <p:spPr>
          <a:xfrm>
            <a:off x="11156042" y="2344126"/>
            <a:ext cx="667657" cy="8871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DE9837E-C8DE-82AD-C927-CCDB5D15F9C4}"/>
              </a:ext>
            </a:extLst>
          </p:cNvPr>
          <p:cNvSpPr/>
          <p:nvPr/>
        </p:nvSpPr>
        <p:spPr>
          <a:xfrm>
            <a:off x="11156042" y="1889918"/>
            <a:ext cx="667657" cy="49631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F7EFE50-F3D0-67F7-F0FA-E44E175621AB}"/>
              </a:ext>
            </a:extLst>
          </p:cNvPr>
          <p:cNvSpPr/>
          <p:nvPr/>
        </p:nvSpPr>
        <p:spPr>
          <a:xfrm>
            <a:off x="11156042" y="1741125"/>
            <a:ext cx="667657" cy="7082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05C5C2A-B595-1C61-F2A9-F81F532A648C}"/>
              </a:ext>
            </a:extLst>
          </p:cNvPr>
          <p:cNvSpPr/>
          <p:nvPr/>
        </p:nvSpPr>
        <p:spPr>
          <a:xfrm>
            <a:off x="11156042" y="1213644"/>
            <a:ext cx="667657" cy="44057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83F7C13-D82D-DC2A-1348-CFBED652EED4}"/>
              </a:ext>
            </a:extLst>
          </p:cNvPr>
          <p:cNvSpPr/>
          <p:nvPr/>
        </p:nvSpPr>
        <p:spPr>
          <a:xfrm>
            <a:off x="11156041" y="98847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DFA5F41-9698-810B-9987-CA93C8F9EFF4}"/>
              </a:ext>
            </a:extLst>
          </p:cNvPr>
          <p:cNvSpPr/>
          <p:nvPr/>
        </p:nvSpPr>
        <p:spPr>
          <a:xfrm>
            <a:off x="11156040" y="764791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B7F60AB-D789-60A6-0921-BEE9C3EAA81D}"/>
              </a:ext>
            </a:extLst>
          </p:cNvPr>
          <p:cNvSpPr/>
          <p:nvPr/>
        </p:nvSpPr>
        <p:spPr>
          <a:xfrm>
            <a:off x="11156040" y="388077"/>
            <a:ext cx="667657" cy="27914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FE16A36-8506-4879-F821-1E8AE8102864}"/>
              </a:ext>
            </a:extLst>
          </p:cNvPr>
          <p:cNvSpPr/>
          <p:nvPr/>
        </p:nvSpPr>
        <p:spPr>
          <a:xfrm>
            <a:off x="11156039" y="213414"/>
            <a:ext cx="667657" cy="77567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05E7FE0-8B09-FB9B-B153-47E895151AC7}"/>
              </a:ext>
            </a:extLst>
          </p:cNvPr>
          <p:cNvSpPr/>
          <p:nvPr/>
        </p:nvSpPr>
        <p:spPr>
          <a:xfrm>
            <a:off x="11156039" y="-5748"/>
            <a:ext cx="667657" cy="13799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7CA356-C995-23CA-4ABB-73F542F8A627}"/>
              </a:ext>
            </a:extLst>
          </p:cNvPr>
          <p:cNvSpPr/>
          <p:nvPr/>
        </p:nvSpPr>
        <p:spPr>
          <a:xfrm>
            <a:off x="11156038" y="-229436"/>
            <a:ext cx="667657" cy="12033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8EAA94BC-E6ED-C26A-0F77-D1ED2C12941B}"/>
              </a:ext>
            </a:extLst>
          </p:cNvPr>
          <p:cNvSpPr/>
          <p:nvPr/>
        </p:nvSpPr>
        <p:spPr>
          <a:xfrm>
            <a:off x="11156037" y="2065430"/>
            <a:ext cx="667657" cy="198962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араллелограмм 64">
            <a:extLst>
              <a:ext uri="{FF2B5EF4-FFF2-40B4-BE49-F238E27FC236}">
                <a16:creationId xmlns:a16="http://schemas.microsoft.com/office/drawing/2014/main" id="{8250722D-0730-CC11-3FAE-4B32A1D00690}"/>
              </a:ext>
            </a:extLst>
          </p:cNvPr>
          <p:cNvSpPr/>
          <p:nvPr/>
        </p:nvSpPr>
        <p:spPr>
          <a:xfrm>
            <a:off x="9851091" y="404462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араллелограмм 65">
            <a:extLst>
              <a:ext uri="{FF2B5EF4-FFF2-40B4-BE49-F238E27FC236}">
                <a16:creationId xmlns:a16="http://schemas.microsoft.com/office/drawing/2014/main" id="{5B81AD75-38CB-4E9D-00A9-94A7496C489D}"/>
              </a:ext>
            </a:extLst>
          </p:cNvPr>
          <p:cNvSpPr/>
          <p:nvPr/>
        </p:nvSpPr>
        <p:spPr>
          <a:xfrm>
            <a:off x="10221569" y="404461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араллелограмм 66">
            <a:extLst>
              <a:ext uri="{FF2B5EF4-FFF2-40B4-BE49-F238E27FC236}">
                <a16:creationId xmlns:a16="http://schemas.microsoft.com/office/drawing/2014/main" id="{F2AAECA3-A1D0-2115-7E89-0E7C50E7E071}"/>
              </a:ext>
            </a:extLst>
          </p:cNvPr>
          <p:cNvSpPr/>
          <p:nvPr/>
        </p:nvSpPr>
        <p:spPr>
          <a:xfrm>
            <a:off x="10649197" y="390429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Параллелограмм 67">
            <a:extLst>
              <a:ext uri="{FF2B5EF4-FFF2-40B4-BE49-F238E27FC236}">
                <a16:creationId xmlns:a16="http://schemas.microsoft.com/office/drawing/2014/main" id="{D984A4FF-AE65-D409-A537-BE0C089C7300}"/>
              </a:ext>
            </a:extLst>
          </p:cNvPr>
          <p:cNvSpPr/>
          <p:nvPr/>
        </p:nvSpPr>
        <p:spPr>
          <a:xfrm>
            <a:off x="11019675" y="390428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араллелограмм 68">
            <a:extLst>
              <a:ext uri="{FF2B5EF4-FFF2-40B4-BE49-F238E27FC236}">
                <a16:creationId xmlns:a16="http://schemas.microsoft.com/office/drawing/2014/main" id="{C8234AE8-F366-0B48-D1E1-910D02D3F7BB}"/>
              </a:ext>
            </a:extLst>
          </p:cNvPr>
          <p:cNvSpPr/>
          <p:nvPr/>
        </p:nvSpPr>
        <p:spPr>
          <a:xfrm>
            <a:off x="11400126" y="390429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араллелограмм 69">
            <a:extLst>
              <a:ext uri="{FF2B5EF4-FFF2-40B4-BE49-F238E27FC236}">
                <a16:creationId xmlns:a16="http://schemas.microsoft.com/office/drawing/2014/main" id="{B412733A-6BA0-07B4-775B-7EC83ECCDA54}"/>
              </a:ext>
            </a:extLst>
          </p:cNvPr>
          <p:cNvSpPr/>
          <p:nvPr/>
        </p:nvSpPr>
        <p:spPr>
          <a:xfrm>
            <a:off x="11770604" y="390428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FF76D3D6-9F98-AF6D-A201-9C0A7EC7B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7531" y="1354202"/>
            <a:ext cx="9376138" cy="440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516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араллелограмм 15">
            <a:extLst>
              <a:ext uri="{FF2B5EF4-FFF2-40B4-BE49-F238E27FC236}">
                <a16:creationId xmlns:a16="http://schemas.microsoft.com/office/drawing/2014/main" id="{2F69B884-62AC-C770-25C1-6EB7E090534F}"/>
              </a:ext>
            </a:extLst>
          </p:cNvPr>
          <p:cNvSpPr/>
          <p:nvPr/>
        </p:nvSpPr>
        <p:spPr>
          <a:xfrm>
            <a:off x="-263118" y="631631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араллелограмм 16">
            <a:extLst>
              <a:ext uri="{FF2B5EF4-FFF2-40B4-BE49-F238E27FC236}">
                <a16:creationId xmlns:a16="http://schemas.microsoft.com/office/drawing/2014/main" id="{0320F37B-6EC2-D3C9-6223-7D087E129C21}"/>
              </a:ext>
            </a:extLst>
          </p:cNvPr>
          <p:cNvSpPr/>
          <p:nvPr/>
        </p:nvSpPr>
        <p:spPr>
          <a:xfrm>
            <a:off x="107360" y="6316311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араллелограмм 17">
            <a:extLst>
              <a:ext uri="{FF2B5EF4-FFF2-40B4-BE49-F238E27FC236}">
                <a16:creationId xmlns:a16="http://schemas.microsoft.com/office/drawing/2014/main" id="{8393BE49-4403-4EAB-DE75-98E5013479DE}"/>
              </a:ext>
            </a:extLst>
          </p:cNvPr>
          <p:cNvSpPr/>
          <p:nvPr/>
        </p:nvSpPr>
        <p:spPr>
          <a:xfrm>
            <a:off x="534988" y="630227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араллелограмм 18">
            <a:extLst>
              <a:ext uri="{FF2B5EF4-FFF2-40B4-BE49-F238E27FC236}">
                <a16:creationId xmlns:a16="http://schemas.microsoft.com/office/drawing/2014/main" id="{DF07975C-F616-65C1-F56F-BE9B51693BD4}"/>
              </a:ext>
            </a:extLst>
          </p:cNvPr>
          <p:cNvSpPr/>
          <p:nvPr/>
        </p:nvSpPr>
        <p:spPr>
          <a:xfrm>
            <a:off x="905466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араллелограмм 19">
            <a:extLst>
              <a:ext uri="{FF2B5EF4-FFF2-40B4-BE49-F238E27FC236}">
                <a16:creationId xmlns:a16="http://schemas.microsoft.com/office/drawing/2014/main" id="{0B9A45EC-68C7-A876-DEB2-9A793DA395BF}"/>
              </a:ext>
            </a:extLst>
          </p:cNvPr>
          <p:cNvSpPr/>
          <p:nvPr/>
        </p:nvSpPr>
        <p:spPr>
          <a:xfrm>
            <a:off x="1285917" y="630227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араллелограмм 20">
            <a:extLst>
              <a:ext uri="{FF2B5EF4-FFF2-40B4-BE49-F238E27FC236}">
                <a16:creationId xmlns:a16="http://schemas.microsoft.com/office/drawing/2014/main" id="{8241AE96-AED5-BF6D-1E86-96C198236366}"/>
              </a:ext>
            </a:extLst>
          </p:cNvPr>
          <p:cNvSpPr/>
          <p:nvPr/>
        </p:nvSpPr>
        <p:spPr>
          <a:xfrm>
            <a:off x="1656395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араллелограмм 21">
            <a:extLst>
              <a:ext uri="{FF2B5EF4-FFF2-40B4-BE49-F238E27FC236}">
                <a16:creationId xmlns:a16="http://schemas.microsoft.com/office/drawing/2014/main" id="{8BCCA6A7-BF35-DEDA-AD5F-D5A7428B3C59}"/>
              </a:ext>
            </a:extLst>
          </p:cNvPr>
          <p:cNvSpPr/>
          <p:nvPr/>
        </p:nvSpPr>
        <p:spPr>
          <a:xfrm>
            <a:off x="2018666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араллелограмм 22">
            <a:extLst>
              <a:ext uri="{FF2B5EF4-FFF2-40B4-BE49-F238E27FC236}">
                <a16:creationId xmlns:a16="http://schemas.microsoft.com/office/drawing/2014/main" id="{CC67616A-DB09-396A-A982-82368816AC8C}"/>
              </a:ext>
            </a:extLst>
          </p:cNvPr>
          <p:cNvSpPr/>
          <p:nvPr/>
        </p:nvSpPr>
        <p:spPr>
          <a:xfrm>
            <a:off x="2389144" y="630227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араллелограмм 23">
            <a:extLst>
              <a:ext uri="{FF2B5EF4-FFF2-40B4-BE49-F238E27FC236}">
                <a16:creationId xmlns:a16="http://schemas.microsoft.com/office/drawing/2014/main" id="{08E5E3BB-277C-57D3-CB3B-998DD2414B1B}"/>
              </a:ext>
            </a:extLst>
          </p:cNvPr>
          <p:cNvSpPr/>
          <p:nvPr/>
        </p:nvSpPr>
        <p:spPr>
          <a:xfrm>
            <a:off x="2816772" y="628824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араллелограмм 24">
            <a:extLst>
              <a:ext uri="{FF2B5EF4-FFF2-40B4-BE49-F238E27FC236}">
                <a16:creationId xmlns:a16="http://schemas.microsoft.com/office/drawing/2014/main" id="{CA82AB9D-7B23-FBE4-A94A-66EC19737217}"/>
              </a:ext>
            </a:extLst>
          </p:cNvPr>
          <p:cNvSpPr/>
          <p:nvPr/>
        </p:nvSpPr>
        <p:spPr>
          <a:xfrm>
            <a:off x="3187250" y="628824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араллелограмм 25">
            <a:extLst>
              <a:ext uri="{FF2B5EF4-FFF2-40B4-BE49-F238E27FC236}">
                <a16:creationId xmlns:a16="http://schemas.microsoft.com/office/drawing/2014/main" id="{54D05DBC-1ED9-7C00-494C-C01BE071F507}"/>
              </a:ext>
            </a:extLst>
          </p:cNvPr>
          <p:cNvSpPr/>
          <p:nvPr/>
        </p:nvSpPr>
        <p:spPr>
          <a:xfrm>
            <a:off x="3567701" y="628824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араллелограмм 26">
            <a:extLst>
              <a:ext uri="{FF2B5EF4-FFF2-40B4-BE49-F238E27FC236}">
                <a16:creationId xmlns:a16="http://schemas.microsoft.com/office/drawing/2014/main" id="{0C0CFE45-9EB2-95C8-146B-BB504B91A052}"/>
              </a:ext>
            </a:extLst>
          </p:cNvPr>
          <p:cNvSpPr/>
          <p:nvPr/>
        </p:nvSpPr>
        <p:spPr>
          <a:xfrm>
            <a:off x="3938179" y="628824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араллелограмм 27">
            <a:extLst>
              <a:ext uri="{FF2B5EF4-FFF2-40B4-BE49-F238E27FC236}">
                <a16:creationId xmlns:a16="http://schemas.microsoft.com/office/drawing/2014/main" id="{E142893B-4949-72F9-75A1-C635906DAC29}"/>
              </a:ext>
            </a:extLst>
          </p:cNvPr>
          <p:cNvSpPr/>
          <p:nvPr/>
        </p:nvSpPr>
        <p:spPr>
          <a:xfrm>
            <a:off x="4306899" y="626896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араллелограмм 28">
            <a:extLst>
              <a:ext uri="{FF2B5EF4-FFF2-40B4-BE49-F238E27FC236}">
                <a16:creationId xmlns:a16="http://schemas.microsoft.com/office/drawing/2014/main" id="{18D70781-E13F-0B01-6428-30C61D7EF00E}"/>
              </a:ext>
            </a:extLst>
          </p:cNvPr>
          <p:cNvSpPr/>
          <p:nvPr/>
        </p:nvSpPr>
        <p:spPr>
          <a:xfrm>
            <a:off x="4677377" y="62689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араллелограмм 29">
            <a:extLst>
              <a:ext uri="{FF2B5EF4-FFF2-40B4-BE49-F238E27FC236}">
                <a16:creationId xmlns:a16="http://schemas.microsoft.com/office/drawing/2014/main" id="{FF6E0840-C5E7-274E-B820-9EEB02D3298A}"/>
              </a:ext>
            </a:extLst>
          </p:cNvPr>
          <p:cNvSpPr/>
          <p:nvPr/>
        </p:nvSpPr>
        <p:spPr>
          <a:xfrm>
            <a:off x="5105005" y="625493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араллелограмм 30">
            <a:extLst>
              <a:ext uri="{FF2B5EF4-FFF2-40B4-BE49-F238E27FC236}">
                <a16:creationId xmlns:a16="http://schemas.microsoft.com/office/drawing/2014/main" id="{BEF58E85-3D49-D2C5-AB2D-7F38985760A9}"/>
              </a:ext>
            </a:extLst>
          </p:cNvPr>
          <p:cNvSpPr/>
          <p:nvPr/>
        </p:nvSpPr>
        <p:spPr>
          <a:xfrm>
            <a:off x="5475483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араллелограмм 31">
            <a:extLst>
              <a:ext uri="{FF2B5EF4-FFF2-40B4-BE49-F238E27FC236}">
                <a16:creationId xmlns:a16="http://schemas.microsoft.com/office/drawing/2014/main" id="{5A23FC50-2952-EF84-815D-AB15D6A50E35}"/>
              </a:ext>
            </a:extLst>
          </p:cNvPr>
          <p:cNvSpPr/>
          <p:nvPr/>
        </p:nvSpPr>
        <p:spPr>
          <a:xfrm>
            <a:off x="5855934" y="625493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араллелограмм 32">
            <a:extLst>
              <a:ext uri="{FF2B5EF4-FFF2-40B4-BE49-F238E27FC236}">
                <a16:creationId xmlns:a16="http://schemas.microsoft.com/office/drawing/2014/main" id="{CEA87546-20A1-4797-1030-0ADFE0F5F528}"/>
              </a:ext>
            </a:extLst>
          </p:cNvPr>
          <p:cNvSpPr/>
          <p:nvPr/>
        </p:nvSpPr>
        <p:spPr>
          <a:xfrm>
            <a:off x="6226412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араллелограмм 33">
            <a:extLst>
              <a:ext uri="{FF2B5EF4-FFF2-40B4-BE49-F238E27FC236}">
                <a16:creationId xmlns:a16="http://schemas.microsoft.com/office/drawing/2014/main" id="{164A3111-6783-DB01-BCF9-976FBED8DE44}"/>
              </a:ext>
            </a:extLst>
          </p:cNvPr>
          <p:cNvSpPr/>
          <p:nvPr/>
        </p:nvSpPr>
        <p:spPr>
          <a:xfrm>
            <a:off x="6588683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араллелограмм 34">
            <a:extLst>
              <a:ext uri="{FF2B5EF4-FFF2-40B4-BE49-F238E27FC236}">
                <a16:creationId xmlns:a16="http://schemas.microsoft.com/office/drawing/2014/main" id="{0A60E7C4-E692-9122-8E10-F3AC26B7893A}"/>
              </a:ext>
            </a:extLst>
          </p:cNvPr>
          <p:cNvSpPr/>
          <p:nvPr/>
        </p:nvSpPr>
        <p:spPr>
          <a:xfrm>
            <a:off x="6959161" y="625493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араллелограмм 35">
            <a:extLst>
              <a:ext uri="{FF2B5EF4-FFF2-40B4-BE49-F238E27FC236}">
                <a16:creationId xmlns:a16="http://schemas.microsoft.com/office/drawing/2014/main" id="{E6DD9F66-51BF-BA11-74CA-020EAE023EC1}"/>
              </a:ext>
            </a:extLst>
          </p:cNvPr>
          <p:cNvSpPr/>
          <p:nvPr/>
        </p:nvSpPr>
        <p:spPr>
          <a:xfrm>
            <a:off x="7386789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араллелограмм 36">
            <a:extLst>
              <a:ext uri="{FF2B5EF4-FFF2-40B4-BE49-F238E27FC236}">
                <a16:creationId xmlns:a16="http://schemas.microsoft.com/office/drawing/2014/main" id="{16D3A8BA-AD4B-377C-3640-167E867F4E5C}"/>
              </a:ext>
            </a:extLst>
          </p:cNvPr>
          <p:cNvSpPr/>
          <p:nvPr/>
        </p:nvSpPr>
        <p:spPr>
          <a:xfrm>
            <a:off x="7757267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араллелограмм 37">
            <a:extLst>
              <a:ext uri="{FF2B5EF4-FFF2-40B4-BE49-F238E27FC236}">
                <a16:creationId xmlns:a16="http://schemas.microsoft.com/office/drawing/2014/main" id="{C37E7A90-C03F-044D-013D-F3B31A285C01}"/>
              </a:ext>
            </a:extLst>
          </p:cNvPr>
          <p:cNvSpPr/>
          <p:nvPr/>
        </p:nvSpPr>
        <p:spPr>
          <a:xfrm>
            <a:off x="8137718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араллелограмм 38">
            <a:extLst>
              <a:ext uri="{FF2B5EF4-FFF2-40B4-BE49-F238E27FC236}">
                <a16:creationId xmlns:a16="http://schemas.microsoft.com/office/drawing/2014/main" id="{394FF4A7-3094-57C7-F753-D0054B957D29}"/>
              </a:ext>
            </a:extLst>
          </p:cNvPr>
          <p:cNvSpPr/>
          <p:nvPr/>
        </p:nvSpPr>
        <p:spPr>
          <a:xfrm>
            <a:off x="8508196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араллелограмм 39">
            <a:extLst>
              <a:ext uri="{FF2B5EF4-FFF2-40B4-BE49-F238E27FC236}">
                <a16:creationId xmlns:a16="http://schemas.microsoft.com/office/drawing/2014/main" id="{3D6822CF-F941-609D-551E-DB7F6AC06FBA}"/>
              </a:ext>
            </a:extLst>
          </p:cNvPr>
          <p:cNvSpPr/>
          <p:nvPr/>
        </p:nvSpPr>
        <p:spPr>
          <a:xfrm>
            <a:off x="7732680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араллелограмм 40">
            <a:extLst>
              <a:ext uri="{FF2B5EF4-FFF2-40B4-BE49-F238E27FC236}">
                <a16:creationId xmlns:a16="http://schemas.microsoft.com/office/drawing/2014/main" id="{2F01410A-7D9B-CBE0-5B3F-76089B062C54}"/>
              </a:ext>
            </a:extLst>
          </p:cNvPr>
          <p:cNvSpPr/>
          <p:nvPr/>
        </p:nvSpPr>
        <p:spPr>
          <a:xfrm>
            <a:off x="8103158" y="625493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араллелограмм 41">
            <a:extLst>
              <a:ext uri="{FF2B5EF4-FFF2-40B4-BE49-F238E27FC236}">
                <a16:creationId xmlns:a16="http://schemas.microsoft.com/office/drawing/2014/main" id="{4BB6B43A-3D43-46DB-7455-B02864A079BC}"/>
              </a:ext>
            </a:extLst>
          </p:cNvPr>
          <p:cNvSpPr/>
          <p:nvPr/>
        </p:nvSpPr>
        <p:spPr>
          <a:xfrm>
            <a:off x="8530786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араллелограмм 42">
            <a:extLst>
              <a:ext uri="{FF2B5EF4-FFF2-40B4-BE49-F238E27FC236}">
                <a16:creationId xmlns:a16="http://schemas.microsoft.com/office/drawing/2014/main" id="{3A6B0961-E244-D215-283C-2D9EBD8B17C0}"/>
              </a:ext>
            </a:extLst>
          </p:cNvPr>
          <p:cNvSpPr/>
          <p:nvPr/>
        </p:nvSpPr>
        <p:spPr>
          <a:xfrm>
            <a:off x="8901264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араллелограмм 43">
            <a:extLst>
              <a:ext uri="{FF2B5EF4-FFF2-40B4-BE49-F238E27FC236}">
                <a16:creationId xmlns:a16="http://schemas.microsoft.com/office/drawing/2014/main" id="{CA38782C-1F78-2D1F-2D66-2CA0B8698FCC}"/>
              </a:ext>
            </a:extLst>
          </p:cNvPr>
          <p:cNvSpPr/>
          <p:nvPr/>
        </p:nvSpPr>
        <p:spPr>
          <a:xfrm>
            <a:off x="9281715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араллелограмм 44">
            <a:extLst>
              <a:ext uri="{FF2B5EF4-FFF2-40B4-BE49-F238E27FC236}">
                <a16:creationId xmlns:a16="http://schemas.microsoft.com/office/drawing/2014/main" id="{8CBCD80B-9E81-0120-FE89-B64D6A1E116E}"/>
              </a:ext>
            </a:extLst>
          </p:cNvPr>
          <p:cNvSpPr/>
          <p:nvPr/>
        </p:nvSpPr>
        <p:spPr>
          <a:xfrm>
            <a:off x="9652193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араллелограмм 45">
            <a:extLst>
              <a:ext uri="{FF2B5EF4-FFF2-40B4-BE49-F238E27FC236}">
                <a16:creationId xmlns:a16="http://schemas.microsoft.com/office/drawing/2014/main" id="{D9B35AD7-6782-DFCB-0E0A-930F0F05CBCE}"/>
              </a:ext>
            </a:extLst>
          </p:cNvPr>
          <p:cNvSpPr/>
          <p:nvPr/>
        </p:nvSpPr>
        <p:spPr>
          <a:xfrm>
            <a:off x="10014464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араллелограмм 46">
            <a:extLst>
              <a:ext uri="{FF2B5EF4-FFF2-40B4-BE49-F238E27FC236}">
                <a16:creationId xmlns:a16="http://schemas.microsoft.com/office/drawing/2014/main" id="{4D821988-9F6B-386B-A987-C6696A0A6270}"/>
              </a:ext>
            </a:extLst>
          </p:cNvPr>
          <p:cNvSpPr/>
          <p:nvPr/>
        </p:nvSpPr>
        <p:spPr>
          <a:xfrm>
            <a:off x="10384942" y="624089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араллелограмм 47">
            <a:extLst>
              <a:ext uri="{FF2B5EF4-FFF2-40B4-BE49-F238E27FC236}">
                <a16:creationId xmlns:a16="http://schemas.microsoft.com/office/drawing/2014/main" id="{B349CB6D-B0EB-9EFE-637D-CD1F2F0D1499}"/>
              </a:ext>
            </a:extLst>
          </p:cNvPr>
          <p:cNvSpPr/>
          <p:nvPr/>
        </p:nvSpPr>
        <p:spPr>
          <a:xfrm>
            <a:off x="10812570" y="62268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араллелограмм 48">
            <a:extLst>
              <a:ext uri="{FF2B5EF4-FFF2-40B4-BE49-F238E27FC236}">
                <a16:creationId xmlns:a16="http://schemas.microsoft.com/office/drawing/2014/main" id="{2F55E7D6-F27F-7DA7-C185-96A277457D9F}"/>
              </a:ext>
            </a:extLst>
          </p:cNvPr>
          <p:cNvSpPr/>
          <p:nvPr/>
        </p:nvSpPr>
        <p:spPr>
          <a:xfrm>
            <a:off x="11183048" y="622686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араллелограмм 49">
            <a:extLst>
              <a:ext uri="{FF2B5EF4-FFF2-40B4-BE49-F238E27FC236}">
                <a16:creationId xmlns:a16="http://schemas.microsoft.com/office/drawing/2014/main" id="{CEF2C926-85D8-7082-7A27-9812A73ACEC7}"/>
              </a:ext>
            </a:extLst>
          </p:cNvPr>
          <p:cNvSpPr/>
          <p:nvPr/>
        </p:nvSpPr>
        <p:spPr>
          <a:xfrm>
            <a:off x="11563499" y="62268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араллелограмм 50">
            <a:extLst>
              <a:ext uri="{FF2B5EF4-FFF2-40B4-BE49-F238E27FC236}">
                <a16:creationId xmlns:a16="http://schemas.microsoft.com/office/drawing/2014/main" id="{7516D16B-DF9C-546B-DDA7-55D9DA09043A}"/>
              </a:ext>
            </a:extLst>
          </p:cNvPr>
          <p:cNvSpPr/>
          <p:nvPr/>
        </p:nvSpPr>
        <p:spPr>
          <a:xfrm>
            <a:off x="11933977" y="622686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B0F64-911F-A2EB-7F41-9C0588C6E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033" y="28639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 Black" panose="020B0A04020102020204" pitchFamily="34" charset="0"/>
              </a:rPr>
              <a:t>Пользовательская часть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70FDD95-FE55-7716-B375-7D4FBA8BD1ED}"/>
              </a:ext>
            </a:extLst>
          </p:cNvPr>
          <p:cNvSpPr/>
          <p:nvPr/>
        </p:nvSpPr>
        <p:spPr>
          <a:xfrm>
            <a:off x="11156043" y="2725058"/>
            <a:ext cx="667657" cy="499105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F05AC79-0AB4-ABBB-4253-84D7D8B3483B}"/>
              </a:ext>
            </a:extLst>
          </p:cNvPr>
          <p:cNvSpPr/>
          <p:nvPr/>
        </p:nvSpPr>
        <p:spPr>
          <a:xfrm>
            <a:off x="11156042" y="251618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7E1875B-522A-E9D8-2492-59C0B343792F}"/>
              </a:ext>
            </a:extLst>
          </p:cNvPr>
          <p:cNvSpPr/>
          <p:nvPr/>
        </p:nvSpPr>
        <p:spPr>
          <a:xfrm>
            <a:off x="11156042" y="2344126"/>
            <a:ext cx="667657" cy="8871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DE9837E-C8DE-82AD-C927-CCDB5D15F9C4}"/>
              </a:ext>
            </a:extLst>
          </p:cNvPr>
          <p:cNvSpPr/>
          <p:nvPr/>
        </p:nvSpPr>
        <p:spPr>
          <a:xfrm>
            <a:off x="11156042" y="1889918"/>
            <a:ext cx="667657" cy="49631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F7EFE50-F3D0-67F7-F0FA-E44E175621AB}"/>
              </a:ext>
            </a:extLst>
          </p:cNvPr>
          <p:cNvSpPr/>
          <p:nvPr/>
        </p:nvSpPr>
        <p:spPr>
          <a:xfrm>
            <a:off x="11156042" y="1741125"/>
            <a:ext cx="667657" cy="7082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05C5C2A-B595-1C61-F2A9-F81F532A648C}"/>
              </a:ext>
            </a:extLst>
          </p:cNvPr>
          <p:cNvSpPr/>
          <p:nvPr/>
        </p:nvSpPr>
        <p:spPr>
          <a:xfrm>
            <a:off x="11156042" y="1213644"/>
            <a:ext cx="667657" cy="44057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83F7C13-D82D-DC2A-1348-CFBED652EED4}"/>
              </a:ext>
            </a:extLst>
          </p:cNvPr>
          <p:cNvSpPr/>
          <p:nvPr/>
        </p:nvSpPr>
        <p:spPr>
          <a:xfrm>
            <a:off x="11156041" y="98847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DFA5F41-9698-810B-9987-CA93C8F9EFF4}"/>
              </a:ext>
            </a:extLst>
          </p:cNvPr>
          <p:cNvSpPr/>
          <p:nvPr/>
        </p:nvSpPr>
        <p:spPr>
          <a:xfrm>
            <a:off x="11156040" y="764791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B7F60AB-D789-60A6-0921-BEE9C3EAA81D}"/>
              </a:ext>
            </a:extLst>
          </p:cNvPr>
          <p:cNvSpPr/>
          <p:nvPr/>
        </p:nvSpPr>
        <p:spPr>
          <a:xfrm>
            <a:off x="11156040" y="388077"/>
            <a:ext cx="667657" cy="27914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FE16A36-8506-4879-F821-1E8AE8102864}"/>
              </a:ext>
            </a:extLst>
          </p:cNvPr>
          <p:cNvSpPr/>
          <p:nvPr/>
        </p:nvSpPr>
        <p:spPr>
          <a:xfrm>
            <a:off x="11156039" y="213414"/>
            <a:ext cx="667657" cy="77567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05E7FE0-8B09-FB9B-B153-47E895151AC7}"/>
              </a:ext>
            </a:extLst>
          </p:cNvPr>
          <p:cNvSpPr/>
          <p:nvPr/>
        </p:nvSpPr>
        <p:spPr>
          <a:xfrm>
            <a:off x="11156039" y="-5748"/>
            <a:ext cx="667657" cy="13799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7CA356-C995-23CA-4ABB-73F542F8A627}"/>
              </a:ext>
            </a:extLst>
          </p:cNvPr>
          <p:cNvSpPr/>
          <p:nvPr/>
        </p:nvSpPr>
        <p:spPr>
          <a:xfrm>
            <a:off x="11156038" y="-229436"/>
            <a:ext cx="667657" cy="12033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8EAA94BC-E6ED-C26A-0F77-D1ED2C12941B}"/>
              </a:ext>
            </a:extLst>
          </p:cNvPr>
          <p:cNvSpPr/>
          <p:nvPr/>
        </p:nvSpPr>
        <p:spPr>
          <a:xfrm>
            <a:off x="11156037" y="2065430"/>
            <a:ext cx="667657" cy="198962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араллелограмм 64">
            <a:extLst>
              <a:ext uri="{FF2B5EF4-FFF2-40B4-BE49-F238E27FC236}">
                <a16:creationId xmlns:a16="http://schemas.microsoft.com/office/drawing/2014/main" id="{8250722D-0730-CC11-3FAE-4B32A1D00690}"/>
              </a:ext>
            </a:extLst>
          </p:cNvPr>
          <p:cNvSpPr/>
          <p:nvPr/>
        </p:nvSpPr>
        <p:spPr>
          <a:xfrm>
            <a:off x="9851091" y="404462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араллелограмм 65">
            <a:extLst>
              <a:ext uri="{FF2B5EF4-FFF2-40B4-BE49-F238E27FC236}">
                <a16:creationId xmlns:a16="http://schemas.microsoft.com/office/drawing/2014/main" id="{5B81AD75-38CB-4E9D-00A9-94A7496C489D}"/>
              </a:ext>
            </a:extLst>
          </p:cNvPr>
          <p:cNvSpPr/>
          <p:nvPr/>
        </p:nvSpPr>
        <p:spPr>
          <a:xfrm>
            <a:off x="10221569" y="404461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араллелограмм 66">
            <a:extLst>
              <a:ext uri="{FF2B5EF4-FFF2-40B4-BE49-F238E27FC236}">
                <a16:creationId xmlns:a16="http://schemas.microsoft.com/office/drawing/2014/main" id="{F2AAECA3-A1D0-2115-7E89-0E7C50E7E071}"/>
              </a:ext>
            </a:extLst>
          </p:cNvPr>
          <p:cNvSpPr/>
          <p:nvPr/>
        </p:nvSpPr>
        <p:spPr>
          <a:xfrm>
            <a:off x="10649197" y="390429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Параллелограмм 67">
            <a:extLst>
              <a:ext uri="{FF2B5EF4-FFF2-40B4-BE49-F238E27FC236}">
                <a16:creationId xmlns:a16="http://schemas.microsoft.com/office/drawing/2014/main" id="{D984A4FF-AE65-D409-A537-BE0C089C7300}"/>
              </a:ext>
            </a:extLst>
          </p:cNvPr>
          <p:cNvSpPr/>
          <p:nvPr/>
        </p:nvSpPr>
        <p:spPr>
          <a:xfrm>
            <a:off x="11019675" y="390428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араллелограмм 68">
            <a:extLst>
              <a:ext uri="{FF2B5EF4-FFF2-40B4-BE49-F238E27FC236}">
                <a16:creationId xmlns:a16="http://schemas.microsoft.com/office/drawing/2014/main" id="{C8234AE8-F366-0B48-D1E1-910D02D3F7BB}"/>
              </a:ext>
            </a:extLst>
          </p:cNvPr>
          <p:cNvSpPr/>
          <p:nvPr/>
        </p:nvSpPr>
        <p:spPr>
          <a:xfrm>
            <a:off x="11400126" y="390429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араллелограмм 69">
            <a:extLst>
              <a:ext uri="{FF2B5EF4-FFF2-40B4-BE49-F238E27FC236}">
                <a16:creationId xmlns:a16="http://schemas.microsoft.com/office/drawing/2014/main" id="{B412733A-6BA0-07B4-775B-7EC83ECCDA54}"/>
              </a:ext>
            </a:extLst>
          </p:cNvPr>
          <p:cNvSpPr/>
          <p:nvPr/>
        </p:nvSpPr>
        <p:spPr>
          <a:xfrm>
            <a:off x="11770604" y="390428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FF76D3D6-9F98-AF6D-A201-9C0A7EC7B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5580" y="1564357"/>
            <a:ext cx="9376138" cy="398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487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531233" y="530167"/>
            <a:ext cx="9518778" cy="51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ru-RU" sz="4000" dirty="0">
                <a:solidFill>
                  <a:srgbClr val="FFFFFF"/>
                </a:solidFill>
                <a:latin typeface="Arial Black" panose="020B0A04020102020204" pitchFamily="34" charset="0"/>
                <a:cs typeface="Arial" pitchFamily="34" charset="-120"/>
              </a:rPr>
              <a:t>Мониторинг</a:t>
            </a:r>
            <a:endParaRPr lang="en-US" sz="4000" dirty="0">
              <a:latin typeface="Arial Black" panose="020B0A04020102020204" pitchFamily="34" charset="0"/>
            </a:endParaRPr>
          </a:p>
        </p:txBody>
      </p:sp>
      <p:sp>
        <p:nvSpPr>
          <p:cNvPr id="10" name="Text 4"/>
          <p:cNvSpPr txBox="1"/>
          <p:nvPr/>
        </p:nvSpPr>
        <p:spPr>
          <a:xfrm>
            <a:off x="11247121" y="5976103"/>
            <a:ext cx="435241" cy="2215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C1AA29D-D77D-FFC8-299E-825EA00ECA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124" y="1544198"/>
            <a:ext cx="9808995" cy="44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306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531233" y="530167"/>
            <a:ext cx="9518778" cy="51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ru-RU" sz="4000" dirty="0">
                <a:solidFill>
                  <a:srgbClr val="FFFFFF"/>
                </a:solidFill>
                <a:latin typeface="Arial Black" panose="020B0A04020102020204" pitchFamily="34" charset="0"/>
                <a:cs typeface="Arial" pitchFamily="34" charset="-120"/>
              </a:rPr>
              <a:t>Мониторинг</a:t>
            </a:r>
            <a:endParaRPr lang="en-US" sz="4000" dirty="0">
              <a:latin typeface="Arial Black" panose="020B0A04020102020204" pitchFamily="34" charset="0"/>
            </a:endParaRPr>
          </a:p>
        </p:txBody>
      </p:sp>
      <p:sp>
        <p:nvSpPr>
          <p:cNvPr id="10" name="Text 4"/>
          <p:cNvSpPr txBox="1"/>
          <p:nvPr/>
        </p:nvSpPr>
        <p:spPr>
          <a:xfrm>
            <a:off x="11247121" y="5976103"/>
            <a:ext cx="435241" cy="2215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C1AA29D-D77D-FFC8-299E-825EA00EC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124" y="1414879"/>
            <a:ext cx="9808995" cy="466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02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араллелограмм 15">
            <a:extLst>
              <a:ext uri="{FF2B5EF4-FFF2-40B4-BE49-F238E27FC236}">
                <a16:creationId xmlns:a16="http://schemas.microsoft.com/office/drawing/2014/main" id="{2F69B884-62AC-C770-25C1-6EB7E090534F}"/>
              </a:ext>
            </a:extLst>
          </p:cNvPr>
          <p:cNvSpPr/>
          <p:nvPr/>
        </p:nvSpPr>
        <p:spPr>
          <a:xfrm>
            <a:off x="-263118" y="631631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араллелограмм 16">
            <a:extLst>
              <a:ext uri="{FF2B5EF4-FFF2-40B4-BE49-F238E27FC236}">
                <a16:creationId xmlns:a16="http://schemas.microsoft.com/office/drawing/2014/main" id="{0320F37B-6EC2-D3C9-6223-7D087E129C21}"/>
              </a:ext>
            </a:extLst>
          </p:cNvPr>
          <p:cNvSpPr/>
          <p:nvPr/>
        </p:nvSpPr>
        <p:spPr>
          <a:xfrm>
            <a:off x="107360" y="6316311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араллелограмм 17">
            <a:extLst>
              <a:ext uri="{FF2B5EF4-FFF2-40B4-BE49-F238E27FC236}">
                <a16:creationId xmlns:a16="http://schemas.microsoft.com/office/drawing/2014/main" id="{8393BE49-4403-4EAB-DE75-98E5013479DE}"/>
              </a:ext>
            </a:extLst>
          </p:cNvPr>
          <p:cNvSpPr/>
          <p:nvPr/>
        </p:nvSpPr>
        <p:spPr>
          <a:xfrm>
            <a:off x="534988" y="630227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араллелограмм 18">
            <a:extLst>
              <a:ext uri="{FF2B5EF4-FFF2-40B4-BE49-F238E27FC236}">
                <a16:creationId xmlns:a16="http://schemas.microsoft.com/office/drawing/2014/main" id="{DF07975C-F616-65C1-F56F-BE9B51693BD4}"/>
              </a:ext>
            </a:extLst>
          </p:cNvPr>
          <p:cNvSpPr/>
          <p:nvPr/>
        </p:nvSpPr>
        <p:spPr>
          <a:xfrm>
            <a:off x="905466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араллелограмм 19">
            <a:extLst>
              <a:ext uri="{FF2B5EF4-FFF2-40B4-BE49-F238E27FC236}">
                <a16:creationId xmlns:a16="http://schemas.microsoft.com/office/drawing/2014/main" id="{0B9A45EC-68C7-A876-DEB2-9A793DA395BF}"/>
              </a:ext>
            </a:extLst>
          </p:cNvPr>
          <p:cNvSpPr/>
          <p:nvPr/>
        </p:nvSpPr>
        <p:spPr>
          <a:xfrm>
            <a:off x="1285917" y="630227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араллелограмм 20">
            <a:extLst>
              <a:ext uri="{FF2B5EF4-FFF2-40B4-BE49-F238E27FC236}">
                <a16:creationId xmlns:a16="http://schemas.microsoft.com/office/drawing/2014/main" id="{8241AE96-AED5-BF6D-1E86-96C198236366}"/>
              </a:ext>
            </a:extLst>
          </p:cNvPr>
          <p:cNvSpPr/>
          <p:nvPr/>
        </p:nvSpPr>
        <p:spPr>
          <a:xfrm>
            <a:off x="1656395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араллелограмм 21">
            <a:extLst>
              <a:ext uri="{FF2B5EF4-FFF2-40B4-BE49-F238E27FC236}">
                <a16:creationId xmlns:a16="http://schemas.microsoft.com/office/drawing/2014/main" id="{8BCCA6A7-BF35-DEDA-AD5F-D5A7428B3C59}"/>
              </a:ext>
            </a:extLst>
          </p:cNvPr>
          <p:cNvSpPr/>
          <p:nvPr/>
        </p:nvSpPr>
        <p:spPr>
          <a:xfrm>
            <a:off x="2018666" y="630227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араллелограмм 22">
            <a:extLst>
              <a:ext uri="{FF2B5EF4-FFF2-40B4-BE49-F238E27FC236}">
                <a16:creationId xmlns:a16="http://schemas.microsoft.com/office/drawing/2014/main" id="{CC67616A-DB09-396A-A982-82368816AC8C}"/>
              </a:ext>
            </a:extLst>
          </p:cNvPr>
          <p:cNvSpPr/>
          <p:nvPr/>
        </p:nvSpPr>
        <p:spPr>
          <a:xfrm>
            <a:off x="2389144" y="630227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араллелограмм 23">
            <a:extLst>
              <a:ext uri="{FF2B5EF4-FFF2-40B4-BE49-F238E27FC236}">
                <a16:creationId xmlns:a16="http://schemas.microsoft.com/office/drawing/2014/main" id="{08E5E3BB-277C-57D3-CB3B-998DD2414B1B}"/>
              </a:ext>
            </a:extLst>
          </p:cNvPr>
          <p:cNvSpPr/>
          <p:nvPr/>
        </p:nvSpPr>
        <p:spPr>
          <a:xfrm>
            <a:off x="2816772" y="628824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араллелограмм 24">
            <a:extLst>
              <a:ext uri="{FF2B5EF4-FFF2-40B4-BE49-F238E27FC236}">
                <a16:creationId xmlns:a16="http://schemas.microsoft.com/office/drawing/2014/main" id="{CA82AB9D-7B23-FBE4-A94A-66EC19737217}"/>
              </a:ext>
            </a:extLst>
          </p:cNvPr>
          <p:cNvSpPr/>
          <p:nvPr/>
        </p:nvSpPr>
        <p:spPr>
          <a:xfrm>
            <a:off x="3187250" y="628824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араллелограмм 25">
            <a:extLst>
              <a:ext uri="{FF2B5EF4-FFF2-40B4-BE49-F238E27FC236}">
                <a16:creationId xmlns:a16="http://schemas.microsoft.com/office/drawing/2014/main" id="{54D05DBC-1ED9-7C00-494C-C01BE071F507}"/>
              </a:ext>
            </a:extLst>
          </p:cNvPr>
          <p:cNvSpPr/>
          <p:nvPr/>
        </p:nvSpPr>
        <p:spPr>
          <a:xfrm>
            <a:off x="3567701" y="628824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араллелограмм 26">
            <a:extLst>
              <a:ext uri="{FF2B5EF4-FFF2-40B4-BE49-F238E27FC236}">
                <a16:creationId xmlns:a16="http://schemas.microsoft.com/office/drawing/2014/main" id="{0C0CFE45-9EB2-95C8-146B-BB504B91A052}"/>
              </a:ext>
            </a:extLst>
          </p:cNvPr>
          <p:cNvSpPr/>
          <p:nvPr/>
        </p:nvSpPr>
        <p:spPr>
          <a:xfrm>
            <a:off x="3938179" y="628824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араллелограмм 27">
            <a:extLst>
              <a:ext uri="{FF2B5EF4-FFF2-40B4-BE49-F238E27FC236}">
                <a16:creationId xmlns:a16="http://schemas.microsoft.com/office/drawing/2014/main" id="{E142893B-4949-72F9-75A1-C635906DAC29}"/>
              </a:ext>
            </a:extLst>
          </p:cNvPr>
          <p:cNvSpPr/>
          <p:nvPr/>
        </p:nvSpPr>
        <p:spPr>
          <a:xfrm>
            <a:off x="4306899" y="626896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араллелограмм 28">
            <a:extLst>
              <a:ext uri="{FF2B5EF4-FFF2-40B4-BE49-F238E27FC236}">
                <a16:creationId xmlns:a16="http://schemas.microsoft.com/office/drawing/2014/main" id="{18D70781-E13F-0B01-6428-30C61D7EF00E}"/>
              </a:ext>
            </a:extLst>
          </p:cNvPr>
          <p:cNvSpPr/>
          <p:nvPr/>
        </p:nvSpPr>
        <p:spPr>
          <a:xfrm>
            <a:off x="4677377" y="62689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араллелограмм 29">
            <a:extLst>
              <a:ext uri="{FF2B5EF4-FFF2-40B4-BE49-F238E27FC236}">
                <a16:creationId xmlns:a16="http://schemas.microsoft.com/office/drawing/2014/main" id="{FF6E0840-C5E7-274E-B820-9EEB02D3298A}"/>
              </a:ext>
            </a:extLst>
          </p:cNvPr>
          <p:cNvSpPr/>
          <p:nvPr/>
        </p:nvSpPr>
        <p:spPr>
          <a:xfrm>
            <a:off x="5105005" y="625493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араллелограмм 30">
            <a:extLst>
              <a:ext uri="{FF2B5EF4-FFF2-40B4-BE49-F238E27FC236}">
                <a16:creationId xmlns:a16="http://schemas.microsoft.com/office/drawing/2014/main" id="{BEF58E85-3D49-D2C5-AB2D-7F38985760A9}"/>
              </a:ext>
            </a:extLst>
          </p:cNvPr>
          <p:cNvSpPr/>
          <p:nvPr/>
        </p:nvSpPr>
        <p:spPr>
          <a:xfrm>
            <a:off x="5475483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араллелограмм 31">
            <a:extLst>
              <a:ext uri="{FF2B5EF4-FFF2-40B4-BE49-F238E27FC236}">
                <a16:creationId xmlns:a16="http://schemas.microsoft.com/office/drawing/2014/main" id="{5A23FC50-2952-EF84-815D-AB15D6A50E35}"/>
              </a:ext>
            </a:extLst>
          </p:cNvPr>
          <p:cNvSpPr/>
          <p:nvPr/>
        </p:nvSpPr>
        <p:spPr>
          <a:xfrm>
            <a:off x="5855934" y="625493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араллелограмм 32">
            <a:extLst>
              <a:ext uri="{FF2B5EF4-FFF2-40B4-BE49-F238E27FC236}">
                <a16:creationId xmlns:a16="http://schemas.microsoft.com/office/drawing/2014/main" id="{CEA87546-20A1-4797-1030-0ADFE0F5F528}"/>
              </a:ext>
            </a:extLst>
          </p:cNvPr>
          <p:cNvSpPr/>
          <p:nvPr/>
        </p:nvSpPr>
        <p:spPr>
          <a:xfrm>
            <a:off x="6226412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араллелограмм 33">
            <a:extLst>
              <a:ext uri="{FF2B5EF4-FFF2-40B4-BE49-F238E27FC236}">
                <a16:creationId xmlns:a16="http://schemas.microsoft.com/office/drawing/2014/main" id="{164A3111-6783-DB01-BCF9-976FBED8DE44}"/>
              </a:ext>
            </a:extLst>
          </p:cNvPr>
          <p:cNvSpPr/>
          <p:nvPr/>
        </p:nvSpPr>
        <p:spPr>
          <a:xfrm>
            <a:off x="6588683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араллелограмм 34">
            <a:extLst>
              <a:ext uri="{FF2B5EF4-FFF2-40B4-BE49-F238E27FC236}">
                <a16:creationId xmlns:a16="http://schemas.microsoft.com/office/drawing/2014/main" id="{0A60E7C4-E692-9122-8E10-F3AC26B7893A}"/>
              </a:ext>
            </a:extLst>
          </p:cNvPr>
          <p:cNvSpPr/>
          <p:nvPr/>
        </p:nvSpPr>
        <p:spPr>
          <a:xfrm>
            <a:off x="6959161" y="625493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араллелограмм 35">
            <a:extLst>
              <a:ext uri="{FF2B5EF4-FFF2-40B4-BE49-F238E27FC236}">
                <a16:creationId xmlns:a16="http://schemas.microsoft.com/office/drawing/2014/main" id="{E6DD9F66-51BF-BA11-74CA-020EAE023EC1}"/>
              </a:ext>
            </a:extLst>
          </p:cNvPr>
          <p:cNvSpPr/>
          <p:nvPr/>
        </p:nvSpPr>
        <p:spPr>
          <a:xfrm>
            <a:off x="7386789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араллелограмм 36">
            <a:extLst>
              <a:ext uri="{FF2B5EF4-FFF2-40B4-BE49-F238E27FC236}">
                <a16:creationId xmlns:a16="http://schemas.microsoft.com/office/drawing/2014/main" id="{16D3A8BA-AD4B-377C-3640-167E867F4E5C}"/>
              </a:ext>
            </a:extLst>
          </p:cNvPr>
          <p:cNvSpPr/>
          <p:nvPr/>
        </p:nvSpPr>
        <p:spPr>
          <a:xfrm>
            <a:off x="7757267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араллелограмм 37">
            <a:extLst>
              <a:ext uri="{FF2B5EF4-FFF2-40B4-BE49-F238E27FC236}">
                <a16:creationId xmlns:a16="http://schemas.microsoft.com/office/drawing/2014/main" id="{C37E7A90-C03F-044D-013D-F3B31A285C01}"/>
              </a:ext>
            </a:extLst>
          </p:cNvPr>
          <p:cNvSpPr/>
          <p:nvPr/>
        </p:nvSpPr>
        <p:spPr>
          <a:xfrm>
            <a:off x="8137718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араллелограмм 38">
            <a:extLst>
              <a:ext uri="{FF2B5EF4-FFF2-40B4-BE49-F238E27FC236}">
                <a16:creationId xmlns:a16="http://schemas.microsoft.com/office/drawing/2014/main" id="{394FF4A7-3094-57C7-F753-D0054B957D29}"/>
              </a:ext>
            </a:extLst>
          </p:cNvPr>
          <p:cNvSpPr/>
          <p:nvPr/>
        </p:nvSpPr>
        <p:spPr>
          <a:xfrm>
            <a:off x="8508196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араллелограмм 39">
            <a:extLst>
              <a:ext uri="{FF2B5EF4-FFF2-40B4-BE49-F238E27FC236}">
                <a16:creationId xmlns:a16="http://schemas.microsoft.com/office/drawing/2014/main" id="{3D6822CF-F941-609D-551E-DB7F6AC06FBA}"/>
              </a:ext>
            </a:extLst>
          </p:cNvPr>
          <p:cNvSpPr/>
          <p:nvPr/>
        </p:nvSpPr>
        <p:spPr>
          <a:xfrm>
            <a:off x="7732680" y="625493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араллелограмм 40">
            <a:extLst>
              <a:ext uri="{FF2B5EF4-FFF2-40B4-BE49-F238E27FC236}">
                <a16:creationId xmlns:a16="http://schemas.microsoft.com/office/drawing/2014/main" id="{2F01410A-7D9B-CBE0-5B3F-76089B062C54}"/>
              </a:ext>
            </a:extLst>
          </p:cNvPr>
          <p:cNvSpPr/>
          <p:nvPr/>
        </p:nvSpPr>
        <p:spPr>
          <a:xfrm>
            <a:off x="8103158" y="625493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араллелограмм 41">
            <a:extLst>
              <a:ext uri="{FF2B5EF4-FFF2-40B4-BE49-F238E27FC236}">
                <a16:creationId xmlns:a16="http://schemas.microsoft.com/office/drawing/2014/main" id="{4BB6B43A-3D43-46DB-7455-B02864A079BC}"/>
              </a:ext>
            </a:extLst>
          </p:cNvPr>
          <p:cNvSpPr/>
          <p:nvPr/>
        </p:nvSpPr>
        <p:spPr>
          <a:xfrm>
            <a:off x="8530786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араллелограмм 42">
            <a:extLst>
              <a:ext uri="{FF2B5EF4-FFF2-40B4-BE49-F238E27FC236}">
                <a16:creationId xmlns:a16="http://schemas.microsoft.com/office/drawing/2014/main" id="{3A6B0961-E244-D215-283C-2D9EBD8B17C0}"/>
              </a:ext>
            </a:extLst>
          </p:cNvPr>
          <p:cNvSpPr/>
          <p:nvPr/>
        </p:nvSpPr>
        <p:spPr>
          <a:xfrm>
            <a:off x="8901264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араллелограмм 43">
            <a:extLst>
              <a:ext uri="{FF2B5EF4-FFF2-40B4-BE49-F238E27FC236}">
                <a16:creationId xmlns:a16="http://schemas.microsoft.com/office/drawing/2014/main" id="{CA38782C-1F78-2D1F-2D66-2CA0B8698FCC}"/>
              </a:ext>
            </a:extLst>
          </p:cNvPr>
          <p:cNvSpPr/>
          <p:nvPr/>
        </p:nvSpPr>
        <p:spPr>
          <a:xfrm>
            <a:off x="9281715" y="624090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араллелограмм 44">
            <a:extLst>
              <a:ext uri="{FF2B5EF4-FFF2-40B4-BE49-F238E27FC236}">
                <a16:creationId xmlns:a16="http://schemas.microsoft.com/office/drawing/2014/main" id="{8CBCD80B-9E81-0120-FE89-B64D6A1E116E}"/>
              </a:ext>
            </a:extLst>
          </p:cNvPr>
          <p:cNvSpPr/>
          <p:nvPr/>
        </p:nvSpPr>
        <p:spPr>
          <a:xfrm>
            <a:off x="9652193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араллелограмм 45">
            <a:extLst>
              <a:ext uri="{FF2B5EF4-FFF2-40B4-BE49-F238E27FC236}">
                <a16:creationId xmlns:a16="http://schemas.microsoft.com/office/drawing/2014/main" id="{D9B35AD7-6782-DFCB-0E0A-930F0F05CBCE}"/>
              </a:ext>
            </a:extLst>
          </p:cNvPr>
          <p:cNvSpPr/>
          <p:nvPr/>
        </p:nvSpPr>
        <p:spPr>
          <a:xfrm>
            <a:off x="10014464" y="624089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араллелограмм 46">
            <a:extLst>
              <a:ext uri="{FF2B5EF4-FFF2-40B4-BE49-F238E27FC236}">
                <a16:creationId xmlns:a16="http://schemas.microsoft.com/office/drawing/2014/main" id="{4D821988-9F6B-386B-A987-C6696A0A6270}"/>
              </a:ext>
            </a:extLst>
          </p:cNvPr>
          <p:cNvSpPr/>
          <p:nvPr/>
        </p:nvSpPr>
        <p:spPr>
          <a:xfrm>
            <a:off x="10384942" y="624089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араллелограмм 47">
            <a:extLst>
              <a:ext uri="{FF2B5EF4-FFF2-40B4-BE49-F238E27FC236}">
                <a16:creationId xmlns:a16="http://schemas.microsoft.com/office/drawing/2014/main" id="{B349CB6D-B0EB-9EFE-637D-CD1F2F0D1499}"/>
              </a:ext>
            </a:extLst>
          </p:cNvPr>
          <p:cNvSpPr/>
          <p:nvPr/>
        </p:nvSpPr>
        <p:spPr>
          <a:xfrm>
            <a:off x="10812570" y="62268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араллелограмм 48">
            <a:extLst>
              <a:ext uri="{FF2B5EF4-FFF2-40B4-BE49-F238E27FC236}">
                <a16:creationId xmlns:a16="http://schemas.microsoft.com/office/drawing/2014/main" id="{2F55E7D6-F27F-7DA7-C185-96A277457D9F}"/>
              </a:ext>
            </a:extLst>
          </p:cNvPr>
          <p:cNvSpPr/>
          <p:nvPr/>
        </p:nvSpPr>
        <p:spPr>
          <a:xfrm>
            <a:off x="11183048" y="622686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араллелограмм 49">
            <a:extLst>
              <a:ext uri="{FF2B5EF4-FFF2-40B4-BE49-F238E27FC236}">
                <a16:creationId xmlns:a16="http://schemas.microsoft.com/office/drawing/2014/main" id="{CEF2C926-85D8-7082-7A27-9812A73ACEC7}"/>
              </a:ext>
            </a:extLst>
          </p:cNvPr>
          <p:cNvSpPr/>
          <p:nvPr/>
        </p:nvSpPr>
        <p:spPr>
          <a:xfrm>
            <a:off x="11563499" y="622686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араллелограмм 50">
            <a:extLst>
              <a:ext uri="{FF2B5EF4-FFF2-40B4-BE49-F238E27FC236}">
                <a16:creationId xmlns:a16="http://schemas.microsoft.com/office/drawing/2014/main" id="{7516D16B-DF9C-546B-DDA7-55D9DA09043A}"/>
              </a:ext>
            </a:extLst>
          </p:cNvPr>
          <p:cNvSpPr/>
          <p:nvPr/>
        </p:nvSpPr>
        <p:spPr>
          <a:xfrm>
            <a:off x="11933977" y="622686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B0F64-911F-A2EB-7F41-9C0588C6E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033" y="28639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Arial Black" panose="020B0A04020102020204" pitchFamily="34" charset="0"/>
              </a:rPr>
              <a:t>Административная панель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70FDD95-FE55-7716-B375-7D4FBA8BD1ED}"/>
              </a:ext>
            </a:extLst>
          </p:cNvPr>
          <p:cNvSpPr/>
          <p:nvPr/>
        </p:nvSpPr>
        <p:spPr>
          <a:xfrm>
            <a:off x="11156043" y="2725058"/>
            <a:ext cx="667657" cy="499105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F05AC79-0AB4-ABBB-4253-84D7D8B3483B}"/>
              </a:ext>
            </a:extLst>
          </p:cNvPr>
          <p:cNvSpPr/>
          <p:nvPr/>
        </p:nvSpPr>
        <p:spPr>
          <a:xfrm>
            <a:off x="11156042" y="251618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7E1875B-522A-E9D8-2492-59C0B343792F}"/>
              </a:ext>
            </a:extLst>
          </p:cNvPr>
          <p:cNvSpPr/>
          <p:nvPr/>
        </p:nvSpPr>
        <p:spPr>
          <a:xfrm>
            <a:off x="11156042" y="2344126"/>
            <a:ext cx="667657" cy="8871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DE9837E-C8DE-82AD-C927-CCDB5D15F9C4}"/>
              </a:ext>
            </a:extLst>
          </p:cNvPr>
          <p:cNvSpPr/>
          <p:nvPr/>
        </p:nvSpPr>
        <p:spPr>
          <a:xfrm>
            <a:off x="11156042" y="1889918"/>
            <a:ext cx="667657" cy="49631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F7EFE50-F3D0-67F7-F0FA-E44E175621AB}"/>
              </a:ext>
            </a:extLst>
          </p:cNvPr>
          <p:cNvSpPr/>
          <p:nvPr/>
        </p:nvSpPr>
        <p:spPr>
          <a:xfrm>
            <a:off x="11156042" y="1741125"/>
            <a:ext cx="667657" cy="7082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05C5C2A-B595-1C61-F2A9-F81F532A648C}"/>
              </a:ext>
            </a:extLst>
          </p:cNvPr>
          <p:cNvSpPr/>
          <p:nvPr/>
        </p:nvSpPr>
        <p:spPr>
          <a:xfrm>
            <a:off x="11156042" y="1213644"/>
            <a:ext cx="667657" cy="44057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83F7C13-D82D-DC2A-1348-CFBED652EED4}"/>
              </a:ext>
            </a:extLst>
          </p:cNvPr>
          <p:cNvSpPr/>
          <p:nvPr/>
        </p:nvSpPr>
        <p:spPr>
          <a:xfrm>
            <a:off x="11156041" y="98847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DFA5F41-9698-810B-9987-CA93C8F9EFF4}"/>
              </a:ext>
            </a:extLst>
          </p:cNvPr>
          <p:cNvSpPr/>
          <p:nvPr/>
        </p:nvSpPr>
        <p:spPr>
          <a:xfrm>
            <a:off x="11156040" y="764791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B7F60AB-D789-60A6-0921-BEE9C3EAA81D}"/>
              </a:ext>
            </a:extLst>
          </p:cNvPr>
          <p:cNvSpPr/>
          <p:nvPr/>
        </p:nvSpPr>
        <p:spPr>
          <a:xfrm>
            <a:off x="11156040" y="388077"/>
            <a:ext cx="667657" cy="27914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FE16A36-8506-4879-F821-1E8AE8102864}"/>
              </a:ext>
            </a:extLst>
          </p:cNvPr>
          <p:cNvSpPr/>
          <p:nvPr/>
        </p:nvSpPr>
        <p:spPr>
          <a:xfrm>
            <a:off x="11156039" y="213414"/>
            <a:ext cx="667657" cy="77567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05E7FE0-8B09-FB9B-B153-47E895151AC7}"/>
              </a:ext>
            </a:extLst>
          </p:cNvPr>
          <p:cNvSpPr/>
          <p:nvPr/>
        </p:nvSpPr>
        <p:spPr>
          <a:xfrm>
            <a:off x="11156039" y="-5748"/>
            <a:ext cx="667657" cy="13799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7CA356-C995-23CA-4ABB-73F542F8A627}"/>
              </a:ext>
            </a:extLst>
          </p:cNvPr>
          <p:cNvSpPr/>
          <p:nvPr/>
        </p:nvSpPr>
        <p:spPr>
          <a:xfrm>
            <a:off x="11156038" y="-229436"/>
            <a:ext cx="667657" cy="12033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8EAA94BC-E6ED-C26A-0F77-D1ED2C12941B}"/>
              </a:ext>
            </a:extLst>
          </p:cNvPr>
          <p:cNvSpPr/>
          <p:nvPr/>
        </p:nvSpPr>
        <p:spPr>
          <a:xfrm>
            <a:off x="11156037" y="2065430"/>
            <a:ext cx="667657" cy="198962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араллелограмм 64">
            <a:extLst>
              <a:ext uri="{FF2B5EF4-FFF2-40B4-BE49-F238E27FC236}">
                <a16:creationId xmlns:a16="http://schemas.microsoft.com/office/drawing/2014/main" id="{8250722D-0730-CC11-3FAE-4B32A1D00690}"/>
              </a:ext>
            </a:extLst>
          </p:cNvPr>
          <p:cNvSpPr/>
          <p:nvPr/>
        </p:nvSpPr>
        <p:spPr>
          <a:xfrm>
            <a:off x="9851091" y="404462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Параллелограмм 65">
            <a:extLst>
              <a:ext uri="{FF2B5EF4-FFF2-40B4-BE49-F238E27FC236}">
                <a16:creationId xmlns:a16="http://schemas.microsoft.com/office/drawing/2014/main" id="{5B81AD75-38CB-4E9D-00A9-94A7496C489D}"/>
              </a:ext>
            </a:extLst>
          </p:cNvPr>
          <p:cNvSpPr/>
          <p:nvPr/>
        </p:nvSpPr>
        <p:spPr>
          <a:xfrm>
            <a:off x="10221569" y="404461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араллелограмм 66">
            <a:extLst>
              <a:ext uri="{FF2B5EF4-FFF2-40B4-BE49-F238E27FC236}">
                <a16:creationId xmlns:a16="http://schemas.microsoft.com/office/drawing/2014/main" id="{F2AAECA3-A1D0-2115-7E89-0E7C50E7E071}"/>
              </a:ext>
            </a:extLst>
          </p:cNvPr>
          <p:cNvSpPr/>
          <p:nvPr/>
        </p:nvSpPr>
        <p:spPr>
          <a:xfrm>
            <a:off x="10649197" y="390429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Параллелограмм 67">
            <a:extLst>
              <a:ext uri="{FF2B5EF4-FFF2-40B4-BE49-F238E27FC236}">
                <a16:creationId xmlns:a16="http://schemas.microsoft.com/office/drawing/2014/main" id="{D984A4FF-AE65-D409-A537-BE0C089C7300}"/>
              </a:ext>
            </a:extLst>
          </p:cNvPr>
          <p:cNvSpPr/>
          <p:nvPr/>
        </p:nvSpPr>
        <p:spPr>
          <a:xfrm>
            <a:off x="11019675" y="390428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араллелограмм 68">
            <a:extLst>
              <a:ext uri="{FF2B5EF4-FFF2-40B4-BE49-F238E27FC236}">
                <a16:creationId xmlns:a16="http://schemas.microsoft.com/office/drawing/2014/main" id="{C8234AE8-F366-0B48-D1E1-910D02D3F7BB}"/>
              </a:ext>
            </a:extLst>
          </p:cNvPr>
          <p:cNvSpPr/>
          <p:nvPr/>
        </p:nvSpPr>
        <p:spPr>
          <a:xfrm>
            <a:off x="11400126" y="390429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араллелограмм 69">
            <a:extLst>
              <a:ext uri="{FF2B5EF4-FFF2-40B4-BE49-F238E27FC236}">
                <a16:creationId xmlns:a16="http://schemas.microsoft.com/office/drawing/2014/main" id="{B412733A-6BA0-07B4-775B-7EC83ECCDA54}"/>
              </a:ext>
            </a:extLst>
          </p:cNvPr>
          <p:cNvSpPr/>
          <p:nvPr/>
        </p:nvSpPr>
        <p:spPr>
          <a:xfrm>
            <a:off x="11770604" y="390428"/>
            <a:ext cx="326746" cy="604325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FF76D3D6-9F98-AF6D-A201-9C0A7EC7B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4976" y="1354202"/>
            <a:ext cx="9941247" cy="440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677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443509-7866-F99B-732E-A47C61B26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883" y="195054"/>
            <a:ext cx="10515600" cy="1325563"/>
          </a:xfrm>
        </p:spPr>
        <p:txBody>
          <a:bodyPr/>
          <a:lstStyle/>
          <a:p>
            <a:r>
              <a:rPr lang="ru-RU" dirty="0">
                <a:latin typeface="Arial Black" panose="020B0A04020102020204" pitchFamily="34" charset="0"/>
              </a:rPr>
              <a:t>Результаты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1981203-2ED7-69C2-7771-5DE7F6A137CB}"/>
              </a:ext>
            </a:extLst>
          </p:cNvPr>
          <p:cNvSpPr/>
          <p:nvPr/>
        </p:nvSpPr>
        <p:spPr>
          <a:xfrm>
            <a:off x="11161486" y="2496458"/>
            <a:ext cx="667657" cy="499105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32A760B-2E53-E61C-398D-E08B350D3552}"/>
              </a:ext>
            </a:extLst>
          </p:cNvPr>
          <p:cNvSpPr/>
          <p:nvPr/>
        </p:nvSpPr>
        <p:spPr>
          <a:xfrm>
            <a:off x="11161485" y="228758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585CF2E-89D0-C9FD-CEFD-64967623C746}"/>
              </a:ext>
            </a:extLst>
          </p:cNvPr>
          <p:cNvSpPr/>
          <p:nvPr/>
        </p:nvSpPr>
        <p:spPr>
          <a:xfrm>
            <a:off x="11161485" y="2115526"/>
            <a:ext cx="667657" cy="8871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CAAB6E8-F2D3-E842-834D-96866FA5EB2F}"/>
              </a:ext>
            </a:extLst>
          </p:cNvPr>
          <p:cNvSpPr/>
          <p:nvPr/>
        </p:nvSpPr>
        <p:spPr>
          <a:xfrm>
            <a:off x="11165792" y="1799431"/>
            <a:ext cx="667657" cy="23006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4EB91F1-0DFC-7ABA-E431-A2664A361CC1}"/>
              </a:ext>
            </a:extLst>
          </p:cNvPr>
          <p:cNvSpPr/>
          <p:nvPr/>
        </p:nvSpPr>
        <p:spPr>
          <a:xfrm>
            <a:off x="11161485" y="1661318"/>
            <a:ext cx="667657" cy="49631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6797554-E501-D3EA-A7BE-154FB7938F91}"/>
              </a:ext>
            </a:extLst>
          </p:cNvPr>
          <p:cNvSpPr/>
          <p:nvPr/>
        </p:nvSpPr>
        <p:spPr>
          <a:xfrm>
            <a:off x="11161485" y="1512525"/>
            <a:ext cx="667657" cy="70824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B1F8AF5-49F3-4C60-F9C3-EA5FC2B24FB3}"/>
              </a:ext>
            </a:extLst>
          </p:cNvPr>
          <p:cNvSpPr/>
          <p:nvPr/>
        </p:nvSpPr>
        <p:spPr>
          <a:xfrm>
            <a:off x="11161485" y="985044"/>
            <a:ext cx="667657" cy="44057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7AC99EB-EA7D-BCFF-CB7C-9CC2D0151A62}"/>
              </a:ext>
            </a:extLst>
          </p:cNvPr>
          <p:cNvSpPr/>
          <p:nvPr/>
        </p:nvSpPr>
        <p:spPr>
          <a:xfrm>
            <a:off x="11161484" y="759878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C82F065-6B7A-A3D6-8FC8-991BC6335567}"/>
              </a:ext>
            </a:extLst>
          </p:cNvPr>
          <p:cNvSpPr/>
          <p:nvPr/>
        </p:nvSpPr>
        <p:spPr>
          <a:xfrm>
            <a:off x="11161483" y="536191"/>
            <a:ext cx="667657" cy="13090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06CB3D3-CB6B-7D18-E84F-13D757772F9D}"/>
              </a:ext>
            </a:extLst>
          </p:cNvPr>
          <p:cNvSpPr/>
          <p:nvPr/>
        </p:nvSpPr>
        <p:spPr>
          <a:xfrm>
            <a:off x="11161483" y="159477"/>
            <a:ext cx="667657" cy="279149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D60286B-701E-CB55-2DD5-533DD6AB7EE9}"/>
              </a:ext>
            </a:extLst>
          </p:cNvPr>
          <p:cNvSpPr/>
          <p:nvPr/>
        </p:nvSpPr>
        <p:spPr>
          <a:xfrm>
            <a:off x="11161482" y="-15186"/>
            <a:ext cx="667657" cy="77567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8F1FEB7-437F-BE53-E92A-DBF5C09A63E8}"/>
              </a:ext>
            </a:extLst>
          </p:cNvPr>
          <p:cNvSpPr/>
          <p:nvPr/>
        </p:nvSpPr>
        <p:spPr>
          <a:xfrm>
            <a:off x="11161482" y="-234348"/>
            <a:ext cx="667657" cy="137990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A6700E3-6B2E-36CA-6DC7-DD0B89149C1D}"/>
              </a:ext>
            </a:extLst>
          </p:cNvPr>
          <p:cNvSpPr/>
          <p:nvPr/>
        </p:nvSpPr>
        <p:spPr>
          <a:xfrm>
            <a:off x="11161481" y="-458036"/>
            <a:ext cx="667657" cy="120338"/>
          </a:xfrm>
          <a:prstGeom prst="rect">
            <a:avLst/>
          </a:prstGeom>
          <a:solidFill>
            <a:srgbClr val="1104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араллелограмм 16">
            <a:extLst>
              <a:ext uri="{FF2B5EF4-FFF2-40B4-BE49-F238E27FC236}">
                <a16:creationId xmlns:a16="http://schemas.microsoft.com/office/drawing/2014/main" id="{5280AA04-0342-CD76-C5CA-B222881447F2}"/>
              </a:ext>
            </a:extLst>
          </p:cNvPr>
          <p:cNvSpPr/>
          <p:nvPr/>
        </p:nvSpPr>
        <p:spPr>
          <a:xfrm>
            <a:off x="-186918" y="630567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араллелограмм 17">
            <a:extLst>
              <a:ext uri="{FF2B5EF4-FFF2-40B4-BE49-F238E27FC236}">
                <a16:creationId xmlns:a16="http://schemas.microsoft.com/office/drawing/2014/main" id="{8CF1E2CA-8223-A120-A4E6-F274A0D9B5A7}"/>
              </a:ext>
            </a:extLst>
          </p:cNvPr>
          <p:cNvSpPr/>
          <p:nvPr/>
        </p:nvSpPr>
        <p:spPr>
          <a:xfrm>
            <a:off x="183560" y="6305672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араллелограмм 18">
            <a:extLst>
              <a:ext uri="{FF2B5EF4-FFF2-40B4-BE49-F238E27FC236}">
                <a16:creationId xmlns:a16="http://schemas.microsoft.com/office/drawing/2014/main" id="{FDB4E914-61A3-4A86-FAFE-C837B8E19E7D}"/>
              </a:ext>
            </a:extLst>
          </p:cNvPr>
          <p:cNvSpPr/>
          <p:nvPr/>
        </p:nvSpPr>
        <p:spPr>
          <a:xfrm>
            <a:off x="611188" y="629164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араллелограмм 19">
            <a:extLst>
              <a:ext uri="{FF2B5EF4-FFF2-40B4-BE49-F238E27FC236}">
                <a16:creationId xmlns:a16="http://schemas.microsoft.com/office/drawing/2014/main" id="{C07243B9-8F02-C34F-6526-255B62AB5CA7}"/>
              </a:ext>
            </a:extLst>
          </p:cNvPr>
          <p:cNvSpPr/>
          <p:nvPr/>
        </p:nvSpPr>
        <p:spPr>
          <a:xfrm>
            <a:off x="981666" y="629163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араллелограмм 20">
            <a:extLst>
              <a:ext uri="{FF2B5EF4-FFF2-40B4-BE49-F238E27FC236}">
                <a16:creationId xmlns:a16="http://schemas.microsoft.com/office/drawing/2014/main" id="{848059D1-9E9F-3DFA-C014-AC0E7B4D8259}"/>
              </a:ext>
            </a:extLst>
          </p:cNvPr>
          <p:cNvSpPr/>
          <p:nvPr/>
        </p:nvSpPr>
        <p:spPr>
          <a:xfrm>
            <a:off x="1362117" y="629164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араллелограмм 21">
            <a:extLst>
              <a:ext uri="{FF2B5EF4-FFF2-40B4-BE49-F238E27FC236}">
                <a16:creationId xmlns:a16="http://schemas.microsoft.com/office/drawing/2014/main" id="{6663CA81-28A9-AE49-2F80-711403E3920E}"/>
              </a:ext>
            </a:extLst>
          </p:cNvPr>
          <p:cNvSpPr/>
          <p:nvPr/>
        </p:nvSpPr>
        <p:spPr>
          <a:xfrm>
            <a:off x="1732595" y="629163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араллелограмм 22">
            <a:extLst>
              <a:ext uri="{FF2B5EF4-FFF2-40B4-BE49-F238E27FC236}">
                <a16:creationId xmlns:a16="http://schemas.microsoft.com/office/drawing/2014/main" id="{C3BC82C7-8DEA-18E9-F1AC-B83B5A445AD9}"/>
              </a:ext>
            </a:extLst>
          </p:cNvPr>
          <p:cNvSpPr/>
          <p:nvPr/>
        </p:nvSpPr>
        <p:spPr>
          <a:xfrm>
            <a:off x="2094866" y="629163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араллелограмм 23">
            <a:extLst>
              <a:ext uri="{FF2B5EF4-FFF2-40B4-BE49-F238E27FC236}">
                <a16:creationId xmlns:a16="http://schemas.microsoft.com/office/drawing/2014/main" id="{AF65AEED-1E4B-3F4F-228E-C2A1FE4B813C}"/>
              </a:ext>
            </a:extLst>
          </p:cNvPr>
          <p:cNvSpPr/>
          <p:nvPr/>
        </p:nvSpPr>
        <p:spPr>
          <a:xfrm>
            <a:off x="2465344" y="629163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араллелограмм 24">
            <a:extLst>
              <a:ext uri="{FF2B5EF4-FFF2-40B4-BE49-F238E27FC236}">
                <a16:creationId xmlns:a16="http://schemas.microsoft.com/office/drawing/2014/main" id="{8219E05B-7398-1CEB-62AB-4F287D81CC97}"/>
              </a:ext>
            </a:extLst>
          </p:cNvPr>
          <p:cNvSpPr/>
          <p:nvPr/>
        </p:nvSpPr>
        <p:spPr>
          <a:xfrm>
            <a:off x="2892972" y="627760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араллелограмм 25">
            <a:extLst>
              <a:ext uri="{FF2B5EF4-FFF2-40B4-BE49-F238E27FC236}">
                <a16:creationId xmlns:a16="http://schemas.microsoft.com/office/drawing/2014/main" id="{134C5C82-2434-5B5A-FB98-2E3A20446E76}"/>
              </a:ext>
            </a:extLst>
          </p:cNvPr>
          <p:cNvSpPr/>
          <p:nvPr/>
        </p:nvSpPr>
        <p:spPr>
          <a:xfrm>
            <a:off x="3263450" y="627760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араллелограмм 26">
            <a:extLst>
              <a:ext uri="{FF2B5EF4-FFF2-40B4-BE49-F238E27FC236}">
                <a16:creationId xmlns:a16="http://schemas.microsoft.com/office/drawing/2014/main" id="{A3D467B5-502A-E91A-E4B8-08CB05F593F8}"/>
              </a:ext>
            </a:extLst>
          </p:cNvPr>
          <p:cNvSpPr/>
          <p:nvPr/>
        </p:nvSpPr>
        <p:spPr>
          <a:xfrm>
            <a:off x="3643901" y="627760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араллелограмм 27">
            <a:extLst>
              <a:ext uri="{FF2B5EF4-FFF2-40B4-BE49-F238E27FC236}">
                <a16:creationId xmlns:a16="http://schemas.microsoft.com/office/drawing/2014/main" id="{792FB56F-9EF4-7989-0A7A-9CE445D4A3C2}"/>
              </a:ext>
            </a:extLst>
          </p:cNvPr>
          <p:cNvSpPr/>
          <p:nvPr/>
        </p:nvSpPr>
        <p:spPr>
          <a:xfrm>
            <a:off x="4014379" y="627760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араллелограмм 28">
            <a:extLst>
              <a:ext uri="{FF2B5EF4-FFF2-40B4-BE49-F238E27FC236}">
                <a16:creationId xmlns:a16="http://schemas.microsoft.com/office/drawing/2014/main" id="{955B6D00-751D-A300-6FBB-09ED1529FBBE}"/>
              </a:ext>
            </a:extLst>
          </p:cNvPr>
          <p:cNvSpPr/>
          <p:nvPr/>
        </p:nvSpPr>
        <p:spPr>
          <a:xfrm>
            <a:off x="4383099" y="6258328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араллелограмм 29">
            <a:extLst>
              <a:ext uri="{FF2B5EF4-FFF2-40B4-BE49-F238E27FC236}">
                <a16:creationId xmlns:a16="http://schemas.microsoft.com/office/drawing/2014/main" id="{38B35B03-1778-FD90-C13F-06B4B1051EF2}"/>
              </a:ext>
            </a:extLst>
          </p:cNvPr>
          <p:cNvSpPr/>
          <p:nvPr/>
        </p:nvSpPr>
        <p:spPr>
          <a:xfrm>
            <a:off x="4753577" y="625832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араллелограмм 30">
            <a:extLst>
              <a:ext uri="{FF2B5EF4-FFF2-40B4-BE49-F238E27FC236}">
                <a16:creationId xmlns:a16="http://schemas.microsoft.com/office/drawing/2014/main" id="{7A5E2BC9-415B-EA84-70EE-60E813F68CCA}"/>
              </a:ext>
            </a:extLst>
          </p:cNvPr>
          <p:cNvSpPr/>
          <p:nvPr/>
        </p:nvSpPr>
        <p:spPr>
          <a:xfrm>
            <a:off x="5181205" y="624429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араллелограмм 31">
            <a:extLst>
              <a:ext uri="{FF2B5EF4-FFF2-40B4-BE49-F238E27FC236}">
                <a16:creationId xmlns:a16="http://schemas.microsoft.com/office/drawing/2014/main" id="{C9EFB6E7-D2CD-8F41-DB05-B2689B594370}"/>
              </a:ext>
            </a:extLst>
          </p:cNvPr>
          <p:cNvSpPr/>
          <p:nvPr/>
        </p:nvSpPr>
        <p:spPr>
          <a:xfrm>
            <a:off x="5551683" y="624429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араллелограмм 32">
            <a:extLst>
              <a:ext uri="{FF2B5EF4-FFF2-40B4-BE49-F238E27FC236}">
                <a16:creationId xmlns:a16="http://schemas.microsoft.com/office/drawing/2014/main" id="{C53ACFEF-3240-5F7C-ED42-682AA7A2F304}"/>
              </a:ext>
            </a:extLst>
          </p:cNvPr>
          <p:cNvSpPr/>
          <p:nvPr/>
        </p:nvSpPr>
        <p:spPr>
          <a:xfrm>
            <a:off x="5932134" y="6244295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араллелограмм 33">
            <a:extLst>
              <a:ext uri="{FF2B5EF4-FFF2-40B4-BE49-F238E27FC236}">
                <a16:creationId xmlns:a16="http://schemas.microsoft.com/office/drawing/2014/main" id="{563E7D9B-888B-2DC7-4DBF-5644B9C75C4A}"/>
              </a:ext>
            </a:extLst>
          </p:cNvPr>
          <p:cNvSpPr/>
          <p:nvPr/>
        </p:nvSpPr>
        <p:spPr>
          <a:xfrm>
            <a:off x="6302612" y="624429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араллелограмм 34">
            <a:extLst>
              <a:ext uri="{FF2B5EF4-FFF2-40B4-BE49-F238E27FC236}">
                <a16:creationId xmlns:a16="http://schemas.microsoft.com/office/drawing/2014/main" id="{462CDF19-9FB9-D069-C133-0A14EB3B779B}"/>
              </a:ext>
            </a:extLst>
          </p:cNvPr>
          <p:cNvSpPr/>
          <p:nvPr/>
        </p:nvSpPr>
        <p:spPr>
          <a:xfrm>
            <a:off x="6664883" y="624429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араллелограмм 35">
            <a:extLst>
              <a:ext uri="{FF2B5EF4-FFF2-40B4-BE49-F238E27FC236}">
                <a16:creationId xmlns:a16="http://schemas.microsoft.com/office/drawing/2014/main" id="{43297227-CF83-7B82-9C89-B46F99F1C5D9}"/>
              </a:ext>
            </a:extLst>
          </p:cNvPr>
          <p:cNvSpPr/>
          <p:nvPr/>
        </p:nvSpPr>
        <p:spPr>
          <a:xfrm>
            <a:off x="7035361" y="624429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араллелограмм 36">
            <a:extLst>
              <a:ext uri="{FF2B5EF4-FFF2-40B4-BE49-F238E27FC236}">
                <a16:creationId xmlns:a16="http://schemas.microsoft.com/office/drawing/2014/main" id="{5942957F-A090-A213-A086-DB0F12245A24}"/>
              </a:ext>
            </a:extLst>
          </p:cNvPr>
          <p:cNvSpPr/>
          <p:nvPr/>
        </p:nvSpPr>
        <p:spPr>
          <a:xfrm>
            <a:off x="7462989" y="6230261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араллелограмм 37">
            <a:extLst>
              <a:ext uri="{FF2B5EF4-FFF2-40B4-BE49-F238E27FC236}">
                <a16:creationId xmlns:a16="http://schemas.microsoft.com/office/drawing/2014/main" id="{C0419AE8-449A-153B-FB81-97D578F91211}"/>
              </a:ext>
            </a:extLst>
          </p:cNvPr>
          <p:cNvSpPr/>
          <p:nvPr/>
        </p:nvSpPr>
        <p:spPr>
          <a:xfrm>
            <a:off x="7833467" y="623026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араллелограмм 38">
            <a:extLst>
              <a:ext uri="{FF2B5EF4-FFF2-40B4-BE49-F238E27FC236}">
                <a16:creationId xmlns:a16="http://schemas.microsoft.com/office/drawing/2014/main" id="{E6EA3E7F-0C0C-CA67-B7BE-0B02B83AFBD7}"/>
              </a:ext>
            </a:extLst>
          </p:cNvPr>
          <p:cNvSpPr/>
          <p:nvPr/>
        </p:nvSpPr>
        <p:spPr>
          <a:xfrm>
            <a:off x="8213918" y="6230261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араллелограмм 39">
            <a:extLst>
              <a:ext uri="{FF2B5EF4-FFF2-40B4-BE49-F238E27FC236}">
                <a16:creationId xmlns:a16="http://schemas.microsoft.com/office/drawing/2014/main" id="{D6BBAC45-898B-34FF-33E9-79753B908141}"/>
              </a:ext>
            </a:extLst>
          </p:cNvPr>
          <p:cNvSpPr/>
          <p:nvPr/>
        </p:nvSpPr>
        <p:spPr>
          <a:xfrm>
            <a:off x="8584396" y="623026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араллелограмм 40">
            <a:extLst>
              <a:ext uri="{FF2B5EF4-FFF2-40B4-BE49-F238E27FC236}">
                <a16:creationId xmlns:a16="http://schemas.microsoft.com/office/drawing/2014/main" id="{75C67A78-F664-4D87-71D1-3EC7F90C1EE0}"/>
              </a:ext>
            </a:extLst>
          </p:cNvPr>
          <p:cNvSpPr/>
          <p:nvPr/>
        </p:nvSpPr>
        <p:spPr>
          <a:xfrm>
            <a:off x="7808880" y="6244294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араллелограмм 41">
            <a:extLst>
              <a:ext uri="{FF2B5EF4-FFF2-40B4-BE49-F238E27FC236}">
                <a16:creationId xmlns:a16="http://schemas.microsoft.com/office/drawing/2014/main" id="{A59B0454-2D5F-FB57-3B9A-23D875D58B81}"/>
              </a:ext>
            </a:extLst>
          </p:cNvPr>
          <p:cNvSpPr/>
          <p:nvPr/>
        </p:nvSpPr>
        <p:spPr>
          <a:xfrm>
            <a:off x="8179358" y="6244293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араллелограмм 42">
            <a:extLst>
              <a:ext uri="{FF2B5EF4-FFF2-40B4-BE49-F238E27FC236}">
                <a16:creationId xmlns:a16="http://schemas.microsoft.com/office/drawing/2014/main" id="{AB831926-2ED1-960F-FDE2-1CBBABB53776}"/>
              </a:ext>
            </a:extLst>
          </p:cNvPr>
          <p:cNvSpPr/>
          <p:nvPr/>
        </p:nvSpPr>
        <p:spPr>
          <a:xfrm>
            <a:off x="8606986" y="6230261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араллелограмм 43">
            <a:extLst>
              <a:ext uri="{FF2B5EF4-FFF2-40B4-BE49-F238E27FC236}">
                <a16:creationId xmlns:a16="http://schemas.microsoft.com/office/drawing/2014/main" id="{E3BC4E61-354E-3345-BB3D-8FE43F64CEFA}"/>
              </a:ext>
            </a:extLst>
          </p:cNvPr>
          <p:cNvSpPr/>
          <p:nvPr/>
        </p:nvSpPr>
        <p:spPr>
          <a:xfrm>
            <a:off x="8977464" y="623026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араллелограмм 44">
            <a:extLst>
              <a:ext uri="{FF2B5EF4-FFF2-40B4-BE49-F238E27FC236}">
                <a16:creationId xmlns:a16="http://schemas.microsoft.com/office/drawing/2014/main" id="{3861C758-F0A9-59A0-D4B5-BD0A892A6380}"/>
              </a:ext>
            </a:extLst>
          </p:cNvPr>
          <p:cNvSpPr/>
          <p:nvPr/>
        </p:nvSpPr>
        <p:spPr>
          <a:xfrm>
            <a:off x="9357915" y="6230261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араллелограмм 45">
            <a:extLst>
              <a:ext uri="{FF2B5EF4-FFF2-40B4-BE49-F238E27FC236}">
                <a16:creationId xmlns:a16="http://schemas.microsoft.com/office/drawing/2014/main" id="{60B13B80-DB7C-C8AA-C1C4-07BFB5C41FBF}"/>
              </a:ext>
            </a:extLst>
          </p:cNvPr>
          <p:cNvSpPr/>
          <p:nvPr/>
        </p:nvSpPr>
        <p:spPr>
          <a:xfrm>
            <a:off x="9728393" y="623026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араллелограмм 46">
            <a:extLst>
              <a:ext uri="{FF2B5EF4-FFF2-40B4-BE49-F238E27FC236}">
                <a16:creationId xmlns:a16="http://schemas.microsoft.com/office/drawing/2014/main" id="{8AC3F6F8-E143-DFD8-1075-48345160D70C}"/>
              </a:ext>
            </a:extLst>
          </p:cNvPr>
          <p:cNvSpPr/>
          <p:nvPr/>
        </p:nvSpPr>
        <p:spPr>
          <a:xfrm>
            <a:off x="10090664" y="6230260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араллелограмм 47">
            <a:extLst>
              <a:ext uri="{FF2B5EF4-FFF2-40B4-BE49-F238E27FC236}">
                <a16:creationId xmlns:a16="http://schemas.microsoft.com/office/drawing/2014/main" id="{2C9F8B88-D940-783B-F761-C661C683CC1A}"/>
              </a:ext>
            </a:extLst>
          </p:cNvPr>
          <p:cNvSpPr/>
          <p:nvPr/>
        </p:nvSpPr>
        <p:spPr>
          <a:xfrm>
            <a:off x="10461142" y="6230259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араллелограмм 48">
            <a:extLst>
              <a:ext uri="{FF2B5EF4-FFF2-40B4-BE49-F238E27FC236}">
                <a16:creationId xmlns:a16="http://schemas.microsoft.com/office/drawing/2014/main" id="{05856214-821F-7ED0-7F14-DCF2329F11E1}"/>
              </a:ext>
            </a:extLst>
          </p:cNvPr>
          <p:cNvSpPr/>
          <p:nvPr/>
        </p:nvSpPr>
        <p:spPr>
          <a:xfrm>
            <a:off x="10888770" y="621622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араллелограмм 49">
            <a:extLst>
              <a:ext uri="{FF2B5EF4-FFF2-40B4-BE49-F238E27FC236}">
                <a16:creationId xmlns:a16="http://schemas.microsoft.com/office/drawing/2014/main" id="{2F67E271-46B9-9577-A642-8F1F2C5C9684}"/>
              </a:ext>
            </a:extLst>
          </p:cNvPr>
          <p:cNvSpPr/>
          <p:nvPr/>
        </p:nvSpPr>
        <p:spPr>
          <a:xfrm>
            <a:off x="11259248" y="621622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араллелограмм 50">
            <a:extLst>
              <a:ext uri="{FF2B5EF4-FFF2-40B4-BE49-F238E27FC236}">
                <a16:creationId xmlns:a16="http://schemas.microsoft.com/office/drawing/2014/main" id="{EB588DA7-E568-7508-11F1-41AD6B0471D2}"/>
              </a:ext>
            </a:extLst>
          </p:cNvPr>
          <p:cNvSpPr/>
          <p:nvPr/>
        </p:nvSpPr>
        <p:spPr>
          <a:xfrm>
            <a:off x="11639699" y="6216227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Параллелограмм 51">
            <a:extLst>
              <a:ext uri="{FF2B5EF4-FFF2-40B4-BE49-F238E27FC236}">
                <a16:creationId xmlns:a16="http://schemas.microsoft.com/office/drawing/2014/main" id="{8B8C9101-68DE-357B-E697-DC0073D5F67A}"/>
              </a:ext>
            </a:extLst>
          </p:cNvPr>
          <p:cNvSpPr/>
          <p:nvPr/>
        </p:nvSpPr>
        <p:spPr>
          <a:xfrm>
            <a:off x="12010177" y="6216226"/>
            <a:ext cx="393068" cy="455098"/>
          </a:xfrm>
          <a:prstGeom prst="parallelogram">
            <a:avLst>
              <a:gd name="adj" fmla="val 42140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CC8A9DC1-88B5-6B56-FC01-DA1E0B0195DB}"/>
              </a:ext>
            </a:extLst>
          </p:cNvPr>
          <p:cNvSpPr/>
          <p:nvPr/>
        </p:nvSpPr>
        <p:spPr>
          <a:xfrm>
            <a:off x="4722954" y="2211424"/>
            <a:ext cx="6912807" cy="2674190"/>
          </a:xfrm>
          <a:prstGeom prst="roundRect">
            <a:avLst>
              <a:gd name="adj" fmla="val 19879"/>
            </a:avLst>
          </a:prstGeom>
          <a:solidFill>
            <a:schemeClr val="bg1"/>
          </a:solidFill>
          <a:ln w="3810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46E020-9326-4A87-C53D-7D551AED6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5368" y="2657570"/>
            <a:ext cx="6630393" cy="1913356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Разработан и внедрен веб-сервис, автоматизирован процесс, </a:t>
            </a:r>
            <a:r>
              <a:rPr lang="ru-RU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итегрирован</a:t>
            </a:r>
            <a:r>
              <a:rPr lang="ru-RU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мониторинг, обеспечена безопасность.</a:t>
            </a:r>
          </a:p>
        </p:txBody>
      </p:sp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A5C07F4C-CE60-F0C2-FE56-D7CE64F3CB39}"/>
              </a:ext>
            </a:extLst>
          </p:cNvPr>
          <p:cNvSpPr/>
          <p:nvPr/>
        </p:nvSpPr>
        <p:spPr>
          <a:xfrm>
            <a:off x="212163" y="1417495"/>
            <a:ext cx="4262047" cy="4262047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76200">
            <a:solidFill>
              <a:srgbClr val="6F4B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Параллелограмм 54">
            <a:extLst>
              <a:ext uri="{FF2B5EF4-FFF2-40B4-BE49-F238E27FC236}">
                <a16:creationId xmlns:a16="http://schemas.microsoft.com/office/drawing/2014/main" id="{7DFA4DEB-CF91-7E10-422D-F1B12291EF32}"/>
              </a:ext>
            </a:extLst>
          </p:cNvPr>
          <p:cNvSpPr/>
          <p:nvPr/>
        </p:nvSpPr>
        <p:spPr>
          <a:xfrm>
            <a:off x="6227654" y="1623173"/>
            <a:ext cx="4713483" cy="316095"/>
          </a:xfrm>
          <a:prstGeom prst="parallelogram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Параллелограмм 56">
            <a:extLst>
              <a:ext uri="{FF2B5EF4-FFF2-40B4-BE49-F238E27FC236}">
                <a16:creationId xmlns:a16="http://schemas.microsoft.com/office/drawing/2014/main" id="{95BED080-1CE1-4979-971C-BDDBFFF52691}"/>
              </a:ext>
            </a:extLst>
          </p:cNvPr>
          <p:cNvSpPr/>
          <p:nvPr/>
        </p:nvSpPr>
        <p:spPr>
          <a:xfrm>
            <a:off x="10475944" y="944471"/>
            <a:ext cx="681390" cy="953553"/>
          </a:xfrm>
          <a:prstGeom prst="parallelogram">
            <a:avLst>
              <a:gd name="adj" fmla="val 43597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Параллелограмм 57">
            <a:extLst>
              <a:ext uri="{FF2B5EF4-FFF2-40B4-BE49-F238E27FC236}">
                <a16:creationId xmlns:a16="http://schemas.microsoft.com/office/drawing/2014/main" id="{9B890B7F-CED5-C294-C747-843DA912CE11}"/>
              </a:ext>
            </a:extLst>
          </p:cNvPr>
          <p:cNvSpPr/>
          <p:nvPr/>
        </p:nvSpPr>
        <p:spPr>
          <a:xfrm>
            <a:off x="10187847" y="462183"/>
            <a:ext cx="1822329" cy="316095"/>
          </a:xfrm>
          <a:prstGeom prst="parallelogram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араллелограмм 58">
            <a:extLst>
              <a:ext uri="{FF2B5EF4-FFF2-40B4-BE49-F238E27FC236}">
                <a16:creationId xmlns:a16="http://schemas.microsoft.com/office/drawing/2014/main" id="{FE2C7B4F-45CE-C91C-FE89-B70DA2F0B2A9}"/>
              </a:ext>
            </a:extLst>
          </p:cNvPr>
          <p:cNvSpPr/>
          <p:nvPr/>
        </p:nvSpPr>
        <p:spPr>
          <a:xfrm>
            <a:off x="9967377" y="526026"/>
            <a:ext cx="681390" cy="953553"/>
          </a:xfrm>
          <a:prstGeom prst="parallelogram">
            <a:avLst>
              <a:gd name="adj" fmla="val 43597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Параллелограмм 59">
            <a:extLst>
              <a:ext uri="{FF2B5EF4-FFF2-40B4-BE49-F238E27FC236}">
                <a16:creationId xmlns:a16="http://schemas.microsoft.com/office/drawing/2014/main" id="{47FA523C-4E9A-DD2B-F282-48467A850672}"/>
              </a:ext>
            </a:extLst>
          </p:cNvPr>
          <p:cNvSpPr/>
          <p:nvPr/>
        </p:nvSpPr>
        <p:spPr>
          <a:xfrm>
            <a:off x="8033121" y="5789805"/>
            <a:ext cx="1810308" cy="316095"/>
          </a:xfrm>
          <a:prstGeom prst="parallelogram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Параллелограмм 60">
            <a:extLst>
              <a:ext uri="{FF2B5EF4-FFF2-40B4-BE49-F238E27FC236}">
                <a16:creationId xmlns:a16="http://schemas.microsoft.com/office/drawing/2014/main" id="{3839D0BB-3B22-3572-F43C-8414AA4CBE58}"/>
              </a:ext>
            </a:extLst>
          </p:cNvPr>
          <p:cNvSpPr/>
          <p:nvPr/>
        </p:nvSpPr>
        <p:spPr>
          <a:xfrm>
            <a:off x="9357915" y="5443244"/>
            <a:ext cx="576031" cy="662656"/>
          </a:xfrm>
          <a:prstGeom prst="parallelogram">
            <a:avLst>
              <a:gd name="adj" fmla="val 30181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Параллелограмм 61">
            <a:extLst>
              <a:ext uri="{FF2B5EF4-FFF2-40B4-BE49-F238E27FC236}">
                <a16:creationId xmlns:a16="http://schemas.microsoft.com/office/drawing/2014/main" id="{BCDA2CA3-7E30-95C7-47CD-068303BE5316}"/>
              </a:ext>
            </a:extLst>
          </p:cNvPr>
          <p:cNvSpPr/>
          <p:nvPr/>
        </p:nvSpPr>
        <p:spPr>
          <a:xfrm>
            <a:off x="9087357" y="5064969"/>
            <a:ext cx="2945409" cy="316095"/>
          </a:xfrm>
          <a:prstGeom prst="parallelogram">
            <a:avLst/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араллелограмм 62">
            <a:extLst>
              <a:ext uri="{FF2B5EF4-FFF2-40B4-BE49-F238E27FC236}">
                <a16:creationId xmlns:a16="http://schemas.microsoft.com/office/drawing/2014/main" id="{F4611A5C-0EE0-9110-2888-3CA81CF52C37}"/>
              </a:ext>
            </a:extLst>
          </p:cNvPr>
          <p:cNvSpPr/>
          <p:nvPr/>
        </p:nvSpPr>
        <p:spPr>
          <a:xfrm>
            <a:off x="8973489" y="5064969"/>
            <a:ext cx="576031" cy="662656"/>
          </a:xfrm>
          <a:prstGeom prst="parallelogram">
            <a:avLst>
              <a:gd name="adj" fmla="val 30181"/>
            </a:avLst>
          </a:prstGeom>
          <a:solidFill>
            <a:srgbClr val="6F4B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412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962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7962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10660" y="2196321"/>
            <a:ext cx="6789643" cy="15719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90000"/>
              </a:lnSpc>
            </a:pPr>
            <a:r>
              <a:rPr lang="ru-RU" sz="7200" b="1" dirty="0">
                <a:solidFill>
                  <a:srgbClr val="FFFFFF"/>
                </a:solidFill>
                <a:latin typeface="Arial Black" panose="020B0A04020102020204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7200" dirty="0">
              <a:latin typeface="Arial Black" panose="020B0A04020102020204" pitchFamily="34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1810660" y="2196321"/>
            <a:ext cx="7428012" cy="203969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ru-RU" sz="32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Задачи выполнены, цель достигнута.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160</Words>
  <Application>Microsoft Office PowerPoint</Application>
  <PresentationFormat>Широкоэкранный</PresentationFormat>
  <Paragraphs>55</Paragraphs>
  <Slides>19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American Captain Cyrillic</vt:lpstr>
      <vt:lpstr>Arial</vt:lpstr>
      <vt:lpstr>Arial Black</vt:lpstr>
      <vt:lpstr>Calibri</vt:lpstr>
      <vt:lpstr>Calibri Light</vt:lpstr>
      <vt:lpstr>Times New Roman</vt:lpstr>
      <vt:lpstr>Тема Office</vt:lpstr>
      <vt:lpstr>Разработка Web-сервиса “Техническая поддержка пользователей организации”</vt:lpstr>
      <vt:lpstr>Введение</vt:lpstr>
      <vt:lpstr>Задачи</vt:lpstr>
      <vt:lpstr>Анализ аналогов и выбор решения</vt:lpstr>
      <vt:lpstr>Архитектура и технологии</vt:lpstr>
      <vt:lpstr>Архитектура и технологии</vt:lpstr>
      <vt:lpstr>Презентация PowerPoint</vt:lpstr>
      <vt:lpstr>Модуль аутентификации и роли</vt:lpstr>
      <vt:lpstr>Модуль аутентификации и роли</vt:lpstr>
      <vt:lpstr>Административная панель</vt:lpstr>
      <vt:lpstr>Административная панель</vt:lpstr>
      <vt:lpstr>Административная панель</vt:lpstr>
      <vt:lpstr>Пользовательская часть</vt:lpstr>
      <vt:lpstr>Пользовательская часть</vt:lpstr>
      <vt:lpstr>Презентация PowerPoint</vt:lpstr>
      <vt:lpstr>Презентация PowerPoint</vt:lpstr>
      <vt:lpstr>Административная панель</vt:lpstr>
      <vt:lpstr>Результаты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 внедрение плана проф.работ</dc:title>
  <dc:creator>lemanone</dc:creator>
  <cp:lastModifiedBy>lemanone</cp:lastModifiedBy>
  <cp:revision>31</cp:revision>
  <dcterms:created xsi:type="dcterms:W3CDTF">2026-04-12T20:55:13Z</dcterms:created>
  <dcterms:modified xsi:type="dcterms:W3CDTF">2026-07-04T10:29:08Z</dcterms:modified>
</cp:coreProperties>
</file>